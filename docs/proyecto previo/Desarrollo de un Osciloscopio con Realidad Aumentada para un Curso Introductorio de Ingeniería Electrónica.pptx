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http://customooxmlschemas.google.com/">
      <go:slidesCustomData xmlns:go="http://customooxmlschemas.google.com/" r:id="rId18" roundtripDataSignature="AMtx7mhYFErjLd/YYLe/k2t1ZL7jkWsD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0" name="Google Shape;18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8" name="Google Shape;18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ad4461301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ad4461301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ad4461301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ad44613018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ad44613018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ad44613018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ad44613018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ad44613018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ad44613018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23" name="Google Shape;22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ad4461301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ad4461301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ad44613018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ad44613018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ad44613018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ad44613018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ad44613018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ad44613018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ad44613018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ad44613018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ad44613018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ad44613018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ad44613018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ad44613018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ad44613018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7" name="Google Shape;2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9.png"/><Relationship Id="rId8"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0.png"/><Relationship Id="rId9"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19.png"/><Relationship Id="rId7" Type="http://schemas.openxmlformats.org/officeDocument/2006/relationships/image" Target="../media/image14.png"/><Relationship Id="rId8"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20.png"/><Relationship Id="rId8" Type="http://schemas.openxmlformats.org/officeDocument/2006/relationships/image" Target="../media/image2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lide Opt 1 Tagline">
  <p:cSld name="Presentation Title Slide Opt 1 Tagline">
    <p:spTree>
      <p:nvGrpSpPr>
        <p:cNvPr id="16" name="Shape 16"/>
        <p:cNvGrpSpPr/>
        <p:nvPr/>
      </p:nvGrpSpPr>
      <p:grpSpPr>
        <a:xfrm>
          <a:off x="0" y="0"/>
          <a:ext cx="0" cy="0"/>
          <a:chOff x="0" y="0"/>
          <a:chExt cx="0" cy="0"/>
        </a:xfrm>
      </p:grpSpPr>
      <p:pic>
        <p:nvPicPr>
          <p:cNvPr id="17" name="Google Shape;17;p6"/>
          <p:cNvPicPr preferRelativeResize="0"/>
          <p:nvPr/>
        </p:nvPicPr>
        <p:blipFill rotWithShape="1">
          <a:blip r:embed="rId2">
            <a:alphaModFix/>
          </a:blip>
          <a:srcRect b="0" l="0" r="0" t="0"/>
          <a:stretch/>
        </p:blipFill>
        <p:spPr>
          <a:xfrm>
            <a:off x="-23750" y="0"/>
            <a:ext cx="9167750" cy="5143500"/>
          </a:xfrm>
          <a:prstGeom prst="rect">
            <a:avLst/>
          </a:prstGeom>
          <a:noFill/>
          <a:ln>
            <a:noFill/>
          </a:ln>
        </p:spPr>
      </p:pic>
      <p:sp>
        <p:nvSpPr>
          <p:cNvPr id="18" name="Google Shape;18;p6"/>
          <p:cNvSpPr txBox="1"/>
          <p:nvPr>
            <p:ph type="ctrTitle"/>
          </p:nvPr>
        </p:nvSpPr>
        <p:spPr>
          <a:xfrm>
            <a:off x="685800" y="3138060"/>
            <a:ext cx="7772400" cy="52298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66A1"/>
              </a:buClr>
              <a:buSzPts val="3300"/>
              <a:buFont typeface="Calibri"/>
              <a:buNone/>
              <a:defRPr i="0" sz="3300">
                <a:solidFill>
                  <a:srgbClr val="0066A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
          <p:cNvSpPr txBox="1"/>
          <p:nvPr>
            <p:ph idx="1" type="subTitle"/>
          </p:nvPr>
        </p:nvSpPr>
        <p:spPr>
          <a:xfrm>
            <a:off x="685800" y="3730100"/>
            <a:ext cx="7772400" cy="956810"/>
          </a:xfrm>
          <a:prstGeom prst="rect">
            <a:avLst/>
          </a:prstGeom>
          <a:noFill/>
          <a:ln>
            <a:noFill/>
          </a:ln>
        </p:spPr>
        <p:txBody>
          <a:bodyPr anchorCtr="0" anchor="t" bIns="45700" lIns="91425" spcFirstLastPara="1" rIns="91425" wrap="square" tIns="45700">
            <a:normAutofit/>
          </a:bodyPr>
          <a:lstStyle>
            <a:lvl1pPr lvl="0" algn="l">
              <a:lnSpc>
                <a:spcPct val="90000"/>
              </a:lnSpc>
              <a:spcBef>
                <a:spcPts val="750"/>
              </a:spcBef>
              <a:spcAft>
                <a:spcPts val="0"/>
              </a:spcAft>
              <a:buSzPts val="2100"/>
              <a:buNone/>
              <a:defRPr b="1" i="1" sz="2100">
                <a:solidFill>
                  <a:srgbClr val="7F7F7F"/>
                </a:solidFill>
                <a:latin typeface="Calibri"/>
                <a:ea typeface="Calibri"/>
                <a:cs typeface="Calibri"/>
                <a:sym typeface="Calibri"/>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SzPts val="1350"/>
              <a:buNone/>
              <a:defRPr sz="1350"/>
            </a:lvl3pPr>
            <a:lvl4pPr lvl="3" algn="ctr">
              <a:lnSpc>
                <a:spcPct val="90000"/>
              </a:lnSpc>
              <a:spcBef>
                <a:spcPts val="375"/>
              </a:spcBef>
              <a:spcAft>
                <a:spcPts val="0"/>
              </a:spcAft>
              <a:buSzPts val="1200"/>
              <a:buNone/>
              <a:defRPr sz="1200"/>
            </a:lvl4pPr>
            <a:lvl5pPr lvl="4" algn="ctr">
              <a:lnSpc>
                <a:spcPct val="90000"/>
              </a:lnSpc>
              <a:spcBef>
                <a:spcPts val="375"/>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0" name="Google Shape;20;p6"/>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u="none" cap="none" strike="noStrike">
                <a:solidFill>
                  <a:srgbClr val="0066A1"/>
                </a:solidFill>
                <a:latin typeface="Calibri"/>
                <a:ea typeface="Calibri"/>
                <a:cs typeface="Calibri"/>
                <a:sym typeface="Calibri"/>
              </a:defRPr>
            </a:lvl1pPr>
            <a:lvl2pPr indent="0" lvl="1" marL="0" algn="l">
              <a:spcBef>
                <a:spcPts val="0"/>
              </a:spcBef>
              <a:buNone/>
              <a:defRPr b="0" i="0" sz="900" u="none" cap="none" strike="noStrike">
                <a:solidFill>
                  <a:srgbClr val="0066A1"/>
                </a:solidFill>
                <a:latin typeface="Calibri"/>
                <a:ea typeface="Calibri"/>
                <a:cs typeface="Calibri"/>
                <a:sym typeface="Calibri"/>
              </a:defRPr>
            </a:lvl2pPr>
            <a:lvl3pPr indent="0" lvl="2" marL="0" algn="l">
              <a:spcBef>
                <a:spcPts val="0"/>
              </a:spcBef>
              <a:buNone/>
              <a:defRPr b="0" i="0" sz="900" u="none" cap="none" strike="noStrike">
                <a:solidFill>
                  <a:srgbClr val="0066A1"/>
                </a:solidFill>
                <a:latin typeface="Calibri"/>
                <a:ea typeface="Calibri"/>
                <a:cs typeface="Calibri"/>
                <a:sym typeface="Calibri"/>
              </a:defRPr>
            </a:lvl3pPr>
            <a:lvl4pPr indent="0" lvl="3" marL="0" algn="l">
              <a:spcBef>
                <a:spcPts val="0"/>
              </a:spcBef>
              <a:buNone/>
              <a:defRPr b="0" i="0" sz="900" u="none" cap="none" strike="noStrike">
                <a:solidFill>
                  <a:srgbClr val="0066A1"/>
                </a:solidFill>
                <a:latin typeface="Calibri"/>
                <a:ea typeface="Calibri"/>
                <a:cs typeface="Calibri"/>
                <a:sym typeface="Calibri"/>
              </a:defRPr>
            </a:lvl4pPr>
            <a:lvl5pPr indent="0" lvl="4" marL="0" algn="l">
              <a:spcBef>
                <a:spcPts val="0"/>
              </a:spcBef>
              <a:buNone/>
              <a:defRPr b="0" i="0" sz="900" u="none" cap="none" strike="noStrike">
                <a:solidFill>
                  <a:srgbClr val="0066A1"/>
                </a:solidFill>
                <a:latin typeface="Calibri"/>
                <a:ea typeface="Calibri"/>
                <a:cs typeface="Calibri"/>
                <a:sym typeface="Calibri"/>
              </a:defRPr>
            </a:lvl5pPr>
            <a:lvl6pPr indent="0" lvl="5" marL="0" algn="l">
              <a:spcBef>
                <a:spcPts val="0"/>
              </a:spcBef>
              <a:buNone/>
              <a:defRPr b="0" i="0" sz="900" u="none" cap="none" strike="noStrike">
                <a:solidFill>
                  <a:srgbClr val="0066A1"/>
                </a:solidFill>
                <a:latin typeface="Calibri"/>
                <a:ea typeface="Calibri"/>
                <a:cs typeface="Calibri"/>
                <a:sym typeface="Calibri"/>
              </a:defRPr>
            </a:lvl6pPr>
            <a:lvl7pPr indent="0" lvl="6" marL="0" algn="l">
              <a:spcBef>
                <a:spcPts val="0"/>
              </a:spcBef>
              <a:buNone/>
              <a:defRPr b="0" i="0" sz="900" u="none" cap="none" strike="noStrike">
                <a:solidFill>
                  <a:srgbClr val="0066A1"/>
                </a:solidFill>
                <a:latin typeface="Calibri"/>
                <a:ea typeface="Calibri"/>
                <a:cs typeface="Calibri"/>
                <a:sym typeface="Calibri"/>
              </a:defRPr>
            </a:lvl7pPr>
            <a:lvl8pPr indent="0" lvl="7" marL="0" algn="l">
              <a:spcBef>
                <a:spcPts val="0"/>
              </a:spcBef>
              <a:buNone/>
              <a:defRPr b="0" i="0" sz="900" u="none" cap="none" strike="noStrike">
                <a:solidFill>
                  <a:srgbClr val="0066A1"/>
                </a:solidFill>
                <a:latin typeface="Calibri"/>
                <a:ea typeface="Calibri"/>
                <a:cs typeface="Calibri"/>
                <a:sym typeface="Calibri"/>
              </a:defRPr>
            </a:lvl8pPr>
            <a:lvl9pPr indent="0" lvl="8" marL="0" algn="l">
              <a:spcBef>
                <a:spcPts val="0"/>
              </a:spcBef>
              <a:buNone/>
              <a:defRPr b="0" i="0" sz="900" u="none" cap="none" strike="noStrike">
                <a:solidFill>
                  <a:srgbClr val="0066A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AR"/>
              <a:t>‹#›</a:t>
            </a:fld>
            <a:endParaRPr/>
          </a:p>
        </p:txBody>
      </p:sp>
      <p:pic>
        <p:nvPicPr>
          <p:cNvPr id="21" name="Google Shape;21;p6"/>
          <p:cNvPicPr preferRelativeResize="0"/>
          <p:nvPr/>
        </p:nvPicPr>
        <p:blipFill rotWithShape="1">
          <a:blip r:embed="rId3">
            <a:alphaModFix/>
          </a:blip>
          <a:srcRect b="0" l="1496" r="0" t="9657"/>
          <a:stretch/>
        </p:blipFill>
        <p:spPr>
          <a:xfrm flipH="1" rot="10800000">
            <a:off x="0" y="4502874"/>
            <a:ext cx="9144000" cy="640625"/>
          </a:xfrm>
          <a:prstGeom prst="rect">
            <a:avLst/>
          </a:prstGeom>
          <a:noFill/>
          <a:ln>
            <a:noFill/>
          </a:ln>
        </p:spPr>
      </p:pic>
      <p:pic>
        <p:nvPicPr>
          <p:cNvPr id="22" name="Google Shape;22;p6"/>
          <p:cNvPicPr preferRelativeResize="0"/>
          <p:nvPr/>
        </p:nvPicPr>
        <p:blipFill rotWithShape="1">
          <a:blip r:embed="rId3">
            <a:alphaModFix/>
          </a:blip>
          <a:srcRect b="0" l="1496" r="0" t="9657"/>
          <a:stretch/>
        </p:blipFill>
        <p:spPr>
          <a:xfrm flipH="1">
            <a:off x="0" y="-20993"/>
            <a:ext cx="9144000" cy="640625"/>
          </a:xfrm>
          <a:prstGeom prst="rect">
            <a:avLst/>
          </a:prstGeom>
          <a:noFill/>
          <a:ln>
            <a:noFill/>
          </a:ln>
        </p:spPr>
      </p:pic>
      <p:pic>
        <p:nvPicPr>
          <p:cNvPr id="23" name="Google Shape;23;p6"/>
          <p:cNvPicPr preferRelativeResize="0"/>
          <p:nvPr/>
        </p:nvPicPr>
        <p:blipFill rotWithShape="1">
          <a:blip r:embed="rId4">
            <a:alphaModFix/>
          </a:blip>
          <a:srcRect b="0" l="0" r="0" t="0"/>
          <a:stretch/>
        </p:blipFill>
        <p:spPr>
          <a:xfrm>
            <a:off x="-9144" y="619632"/>
            <a:ext cx="1456944" cy="2414016"/>
          </a:xfrm>
          <a:prstGeom prst="rect">
            <a:avLst/>
          </a:prstGeom>
          <a:noFill/>
          <a:ln>
            <a:noFill/>
          </a:ln>
        </p:spPr>
      </p:pic>
      <p:pic>
        <p:nvPicPr>
          <p:cNvPr id="24" name="Google Shape;24;p6"/>
          <p:cNvPicPr preferRelativeResize="0"/>
          <p:nvPr/>
        </p:nvPicPr>
        <p:blipFill rotWithShape="1">
          <a:blip r:embed="rId5">
            <a:alphaModFix/>
          </a:blip>
          <a:srcRect b="0" l="0" r="0" t="0"/>
          <a:stretch/>
        </p:blipFill>
        <p:spPr>
          <a:xfrm>
            <a:off x="1469066" y="619632"/>
            <a:ext cx="1944624" cy="2414016"/>
          </a:xfrm>
          <a:prstGeom prst="rect">
            <a:avLst/>
          </a:prstGeom>
          <a:noFill/>
          <a:ln>
            <a:noFill/>
          </a:ln>
        </p:spPr>
      </p:pic>
      <p:pic>
        <p:nvPicPr>
          <p:cNvPr id="25" name="Google Shape;25;p6"/>
          <p:cNvPicPr preferRelativeResize="0"/>
          <p:nvPr/>
        </p:nvPicPr>
        <p:blipFill rotWithShape="1">
          <a:blip r:embed="rId6">
            <a:alphaModFix/>
          </a:blip>
          <a:srcRect b="0" l="0" r="0" t="0"/>
          <a:stretch/>
        </p:blipFill>
        <p:spPr>
          <a:xfrm>
            <a:off x="3412131" y="619632"/>
            <a:ext cx="2365248" cy="2414016"/>
          </a:xfrm>
          <a:prstGeom prst="rect">
            <a:avLst/>
          </a:prstGeom>
          <a:noFill/>
          <a:ln>
            <a:noFill/>
          </a:ln>
        </p:spPr>
      </p:pic>
      <p:pic>
        <p:nvPicPr>
          <p:cNvPr id="26" name="Google Shape;26;p6"/>
          <p:cNvPicPr preferRelativeResize="0"/>
          <p:nvPr/>
        </p:nvPicPr>
        <p:blipFill rotWithShape="1">
          <a:blip r:embed="rId7">
            <a:alphaModFix/>
          </a:blip>
          <a:srcRect b="0" l="0" r="0" t="0"/>
          <a:stretch/>
        </p:blipFill>
        <p:spPr>
          <a:xfrm>
            <a:off x="5766746" y="619632"/>
            <a:ext cx="1956816" cy="2414016"/>
          </a:xfrm>
          <a:prstGeom prst="rect">
            <a:avLst/>
          </a:prstGeom>
          <a:noFill/>
          <a:ln>
            <a:noFill/>
          </a:ln>
        </p:spPr>
      </p:pic>
      <p:pic>
        <p:nvPicPr>
          <p:cNvPr id="27" name="Google Shape;27;p6"/>
          <p:cNvPicPr preferRelativeResize="0"/>
          <p:nvPr/>
        </p:nvPicPr>
        <p:blipFill rotWithShape="1">
          <a:blip r:embed="rId8">
            <a:alphaModFix/>
          </a:blip>
          <a:srcRect b="0" l="0" r="0" t="0"/>
          <a:stretch/>
        </p:blipFill>
        <p:spPr>
          <a:xfrm>
            <a:off x="7721916" y="619632"/>
            <a:ext cx="1499616" cy="2414016"/>
          </a:xfrm>
          <a:prstGeom prst="rect">
            <a:avLst/>
          </a:prstGeom>
          <a:noFill/>
          <a:ln>
            <a:noFill/>
          </a:ln>
        </p:spPr>
      </p:pic>
      <p:pic>
        <p:nvPicPr>
          <p:cNvPr id="28" name="Google Shape;28;p6"/>
          <p:cNvPicPr preferRelativeResize="0"/>
          <p:nvPr/>
        </p:nvPicPr>
        <p:blipFill rotWithShape="1">
          <a:blip r:embed="rId9">
            <a:alphaModFix/>
          </a:blip>
          <a:srcRect b="0" l="0" r="0" t="0"/>
          <a:stretch/>
        </p:blipFill>
        <p:spPr>
          <a:xfrm>
            <a:off x="7613960" y="4131398"/>
            <a:ext cx="1221339" cy="6816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Title Slide Opt 1" type="secHead">
  <p:cSld name="SECTION_HEADER">
    <p:spTree>
      <p:nvGrpSpPr>
        <p:cNvPr id="29" name="Shape 29"/>
        <p:cNvGrpSpPr/>
        <p:nvPr/>
      </p:nvGrpSpPr>
      <p:grpSpPr>
        <a:xfrm>
          <a:off x="0" y="0"/>
          <a:ext cx="0" cy="0"/>
          <a:chOff x="0" y="0"/>
          <a:chExt cx="0" cy="0"/>
        </a:xfrm>
      </p:grpSpPr>
      <p:pic>
        <p:nvPicPr>
          <p:cNvPr id="30" name="Google Shape;30;p7"/>
          <p:cNvPicPr preferRelativeResize="0"/>
          <p:nvPr/>
        </p:nvPicPr>
        <p:blipFill rotWithShape="1">
          <a:blip r:embed="rId2">
            <a:alphaModFix/>
          </a:blip>
          <a:srcRect b="0" l="0" r="0" t="0"/>
          <a:stretch/>
        </p:blipFill>
        <p:spPr>
          <a:xfrm>
            <a:off x="-23750" y="0"/>
            <a:ext cx="9167750" cy="5143500"/>
          </a:xfrm>
          <a:prstGeom prst="rect">
            <a:avLst/>
          </a:prstGeom>
          <a:noFill/>
          <a:ln>
            <a:noFill/>
          </a:ln>
        </p:spPr>
      </p:pic>
      <p:sp>
        <p:nvSpPr>
          <p:cNvPr id="31" name="Google Shape;31;p7"/>
          <p:cNvSpPr txBox="1"/>
          <p:nvPr>
            <p:ph type="title"/>
          </p:nvPr>
        </p:nvSpPr>
        <p:spPr>
          <a:xfrm>
            <a:off x="623888" y="2447123"/>
            <a:ext cx="7886700" cy="62081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66A1"/>
              </a:buClr>
              <a:buSzPts val="3300"/>
              <a:buFont typeface="Calibri"/>
              <a:buNone/>
              <a:defRPr i="0" sz="3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7"/>
          <p:cNvSpPr txBox="1"/>
          <p:nvPr>
            <p:ph idx="1" type="body"/>
          </p:nvPr>
        </p:nvSpPr>
        <p:spPr>
          <a:xfrm>
            <a:off x="623888" y="3088183"/>
            <a:ext cx="7886700" cy="504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2100"/>
              <a:buNone/>
              <a:defRPr b="1" i="1" sz="2100">
                <a:solidFill>
                  <a:srgbClr val="7F7F7F"/>
                </a:solidFill>
              </a:defRPr>
            </a:lvl1pPr>
            <a:lvl2pPr indent="-228600" lvl="1" marL="914400" algn="l">
              <a:lnSpc>
                <a:spcPct val="90000"/>
              </a:lnSpc>
              <a:spcBef>
                <a:spcPts val="375"/>
              </a:spcBef>
              <a:spcAft>
                <a:spcPts val="0"/>
              </a:spcAft>
              <a:buSzPts val="1500"/>
              <a:buNone/>
              <a:defRPr sz="1500">
                <a:solidFill>
                  <a:srgbClr val="888888"/>
                </a:solidFill>
              </a:defRPr>
            </a:lvl2pPr>
            <a:lvl3pPr indent="-228600" lvl="2" marL="1371600" algn="l">
              <a:lnSpc>
                <a:spcPct val="90000"/>
              </a:lnSpc>
              <a:spcBef>
                <a:spcPts val="375"/>
              </a:spcBef>
              <a:spcAft>
                <a:spcPts val="0"/>
              </a:spcAft>
              <a:buSzPts val="1350"/>
              <a:buNone/>
              <a:defRPr sz="1350">
                <a:solidFill>
                  <a:srgbClr val="888888"/>
                </a:solidFill>
              </a:defRPr>
            </a:lvl3pPr>
            <a:lvl4pPr indent="-228600" lvl="3" marL="1828800" algn="l">
              <a:lnSpc>
                <a:spcPct val="90000"/>
              </a:lnSpc>
              <a:spcBef>
                <a:spcPts val="375"/>
              </a:spcBef>
              <a:spcAft>
                <a:spcPts val="0"/>
              </a:spcAft>
              <a:buSzPts val="1200"/>
              <a:buNone/>
              <a:defRPr sz="1200">
                <a:solidFill>
                  <a:srgbClr val="888888"/>
                </a:solidFill>
              </a:defRPr>
            </a:lvl4pPr>
            <a:lvl5pPr indent="-228600" lvl="4" marL="2286000" algn="l">
              <a:lnSpc>
                <a:spcPct val="90000"/>
              </a:lnSpc>
              <a:spcBef>
                <a:spcPts val="375"/>
              </a:spcBef>
              <a:spcAft>
                <a:spcPts val="0"/>
              </a:spcAft>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3" name="Google Shape;33;p7"/>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u="none" cap="none" strike="noStrike">
                <a:solidFill>
                  <a:srgbClr val="0066A1"/>
                </a:solidFill>
                <a:latin typeface="Calibri"/>
                <a:ea typeface="Calibri"/>
                <a:cs typeface="Calibri"/>
                <a:sym typeface="Calibri"/>
              </a:defRPr>
            </a:lvl1pPr>
            <a:lvl2pPr indent="0" lvl="1" marL="0" algn="l">
              <a:spcBef>
                <a:spcPts val="0"/>
              </a:spcBef>
              <a:buNone/>
              <a:defRPr b="0" i="0" sz="900" u="none" cap="none" strike="noStrike">
                <a:solidFill>
                  <a:srgbClr val="0066A1"/>
                </a:solidFill>
                <a:latin typeface="Calibri"/>
                <a:ea typeface="Calibri"/>
                <a:cs typeface="Calibri"/>
                <a:sym typeface="Calibri"/>
              </a:defRPr>
            </a:lvl2pPr>
            <a:lvl3pPr indent="0" lvl="2" marL="0" algn="l">
              <a:spcBef>
                <a:spcPts val="0"/>
              </a:spcBef>
              <a:buNone/>
              <a:defRPr b="0" i="0" sz="900" u="none" cap="none" strike="noStrike">
                <a:solidFill>
                  <a:srgbClr val="0066A1"/>
                </a:solidFill>
                <a:latin typeface="Calibri"/>
                <a:ea typeface="Calibri"/>
                <a:cs typeface="Calibri"/>
                <a:sym typeface="Calibri"/>
              </a:defRPr>
            </a:lvl3pPr>
            <a:lvl4pPr indent="0" lvl="3" marL="0" algn="l">
              <a:spcBef>
                <a:spcPts val="0"/>
              </a:spcBef>
              <a:buNone/>
              <a:defRPr b="0" i="0" sz="900" u="none" cap="none" strike="noStrike">
                <a:solidFill>
                  <a:srgbClr val="0066A1"/>
                </a:solidFill>
                <a:latin typeface="Calibri"/>
                <a:ea typeface="Calibri"/>
                <a:cs typeface="Calibri"/>
                <a:sym typeface="Calibri"/>
              </a:defRPr>
            </a:lvl4pPr>
            <a:lvl5pPr indent="0" lvl="4" marL="0" algn="l">
              <a:spcBef>
                <a:spcPts val="0"/>
              </a:spcBef>
              <a:buNone/>
              <a:defRPr b="0" i="0" sz="900" u="none" cap="none" strike="noStrike">
                <a:solidFill>
                  <a:srgbClr val="0066A1"/>
                </a:solidFill>
                <a:latin typeface="Calibri"/>
                <a:ea typeface="Calibri"/>
                <a:cs typeface="Calibri"/>
                <a:sym typeface="Calibri"/>
              </a:defRPr>
            </a:lvl5pPr>
            <a:lvl6pPr indent="0" lvl="5" marL="0" algn="l">
              <a:spcBef>
                <a:spcPts val="0"/>
              </a:spcBef>
              <a:buNone/>
              <a:defRPr b="0" i="0" sz="900" u="none" cap="none" strike="noStrike">
                <a:solidFill>
                  <a:srgbClr val="0066A1"/>
                </a:solidFill>
                <a:latin typeface="Calibri"/>
                <a:ea typeface="Calibri"/>
                <a:cs typeface="Calibri"/>
                <a:sym typeface="Calibri"/>
              </a:defRPr>
            </a:lvl6pPr>
            <a:lvl7pPr indent="0" lvl="6" marL="0" algn="l">
              <a:spcBef>
                <a:spcPts val="0"/>
              </a:spcBef>
              <a:buNone/>
              <a:defRPr b="0" i="0" sz="900" u="none" cap="none" strike="noStrike">
                <a:solidFill>
                  <a:srgbClr val="0066A1"/>
                </a:solidFill>
                <a:latin typeface="Calibri"/>
                <a:ea typeface="Calibri"/>
                <a:cs typeface="Calibri"/>
                <a:sym typeface="Calibri"/>
              </a:defRPr>
            </a:lvl7pPr>
            <a:lvl8pPr indent="0" lvl="7" marL="0" algn="l">
              <a:spcBef>
                <a:spcPts val="0"/>
              </a:spcBef>
              <a:buNone/>
              <a:defRPr b="0" i="0" sz="900" u="none" cap="none" strike="noStrike">
                <a:solidFill>
                  <a:srgbClr val="0066A1"/>
                </a:solidFill>
                <a:latin typeface="Calibri"/>
                <a:ea typeface="Calibri"/>
                <a:cs typeface="Calibri"/>
                <a:sym typeface="Calibri"/>
              </a:defRPr>
            </a:lvl8pPr>
            <a:lvl9pPr indent="0" lvl="8" marL="0" algn="l">
              <a:spcBef>
                <a:spcPts val="0"/>
              </a:spcBef>
              <a:buNone/>
              <a:defRPr b="0" i="0" sz="900" u="none" cap="none" strike="noStrike">
                <a:solidFill>
                  <a:srgbClr val="0066A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AR"/>
              <a:t>‹#›</a:t>
            </a:fld>
            <a:endParaRPr/>
          </a:p>
        </p:txBody>
      </p:sp>
      <p:pic>
        <p:nvPicPr>
          <p:cNvPr id="34" name="Google Shape;34;p7"/>
          <p:cNvPicPr preferRelativeResize="0"/>
          <p:nvPr/>
        </p:nvPicPr>
        <p:blipFill rotWithShape="1">
          <a:blip r:embed="rId3">
            <a:alphaModFix/>
          </a:blip>
          <a:srcRect b="0" l="1496" r="0" t="9657"/>
          <a:stretch/>
        </p:blipFill>
        <p:spPr>
          <a:xfrm flipH="1" rot="10800000">
            <a:off x="0" y="4502874"/>
            <a:ext cx="9144000" cy="640625"/>
          </a:xfrm>
          <a:prstGeom prst="rect">
            <a:avLst/>
          </a:prstGeom>
          <a:noFill/>
          <a:ln>
            <a:noFill/>
          </a:ln>
        </p:spPr>
      </p:pic>
      <p:pic>
        <p:nvPicPr>
          <p:cNvPr id="35" name="Google Shape;35;p7"/>
          <p:cNvPicPr preferRelativeResize="0"/>
          <p:nvPr/>
        </p:nvPicPr>
        <p:blipFill rotWithShape="1">
          <a:blip r:embed="rId3">
            <a:alphaModFix/>
          </a:blip>
          <a:srcRect b="0" l="1496" r="0" t="9657"/>
          <a:stretch/>
        </p:blipFill>
        <p:spPr>
          <a:xfrm flipH="1">
            <a:off x="0" y="-20993"/>
            <a:ext cx="9144000" cy="640625"/>
          </a:xfrm>
          <a:prstGeom prst="rect">
            <a:avLst/>
          </a:prstGeom>
          <a:noFill/>
          <a:ln>
            <a:noFill/>
          </a:ln>
        </p:spPr>
      </p:pic>
      <p:pic>
        <p:nvPicPr>
          <p:cNvPr id="36" name="Google Shape;36;p7"/>
          <p:cNvPicPr preferRelativeResize="0"/>
          <p:nvPr/>
        </p:nvPicPr>
        <p:blipFill rotWithShape="1">
          <a:blip r:embed="rId4">
            <a:alphaModFix/>
          </a:blip>
          <a:srcRect b="0" l="0" r="0" t="0"/>
          <a:stretch/>
        </p:blipFill>
        <p:spPr>
          <a:xfrm>
            <a:off x="7613960" y="4267505"/>
            <a:ext cx="1215715" cy="35498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lank">
  <p:cSld name="Title Only Blank">
    <p:spTree>
      <p:nvGrpSpPr>
        <p:cNvPr id="37" name="Shape 37"/>
        <p:cNvGrpSpPr/>
        <p:nvPr/>
      </p:nvGrpSpPr>
      <p:grpSpPr>
        <a:xfrm>
          <a:off x="0" y="0"/>
          <a:ext cx="0" cy="0"/>
          <a:chOff x="0" y="0"/>
          <a:chExt cx="0" cy="0"/>
        </a:xfrm>
      </p:grpSpPr>
      <p:sp>
        <p:nvSpPr>
          <p:cNvPr id="38" name="Google Shape;38;p8"/>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628650" y="1369219"/>
            <a:ext cx="7886700" cy="29575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8"/>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41" name="Google Shape;41;p8"/>
          <p:cNvSpPr txBox="1"/>
          <p:nvPr>
            <p:ph idx="2" type="body"/>
          </p:nvPr>
        </p:nvSpPr>
        <p:spPr>
          <a:xfrm>
            <a:off x="628650" y="829648"/>
            <a:ext cx="7886700" cy="2676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lide Opt 1">
  <p:cSld name="Presentation Title Slide Opt 1">
    <p:spTree>
      <p:nvGrpSpPr>
        <p:cNvPr id="42" name="Shape 42"/>
        <p:cNvGrpSpPr/>
        <p:nvPr/>
      </p:nvGrpSpPr>
      <p:grpSpPr>
        <a:xfrm>
          <a:off x="0" y="0"/>
          <a:ext cx="0" cy="0"/>
          <a:chOff x="0" y="0"/>
          <a:chExt cx="0" cy="0"/>
        </a:xfrm>
      </p:grpSpPr>
      <p:pic>
        <p:nvPicPr>
          <p:cNvPr id="43" name="Google Shape;43;p9"/>
          <p:cNvPicPr preferRelativeResize="0"/>
          <p:nvPr/>
        </p:nvPicPr>
        <p:blipFill rotWithShape="1">
          <a:blip r:embed="rId2">
            <a:alphaModFix/>
          </a:blip>
          <a:srcRect b="0" l="0" r="0" t="0"/>
          <a:stretch/>
        </p:blipFill>
        <p:spPr>
          <a:xfrm>
            <a:off x="-23750" y="0"/>
            <a:ext cx="9167750" cy="5143500"/>
          </a:xfrm>
          <a:prstGeom prst="rect">
            <a:avLst/>
          </a:prstGeom>
          <a:noFill/>
          <a:ln>
            <a:noFill/>
          </a:ln>
        </p:spPr>
      </p:pic>
      <p:sp>
        <p:nvSpPr>
          <p:cNvPr id="44" name="Google Shape;44;p9"/>
          <p:cNvSpPr txBox="1"/>
          <p:nvPr>
            <p:ph type="ctrTitle"/>
          </p:nvPr>
        </p:nvSpPr>
        <p:spPr>
          <a:xfrm>
            <a:off x="685800" y="3138060"/>
            <a:ext cx="7772400" cy="52298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66A1"/>
              </a:buClr>
              <a:buSzPts val="3300"/>
              <a:buFont typeface="Calibri"/>
              <a:buNone/>
              <a:defRPr i="0" sz="3300">
                <a:solidFill>
                  <a:srgbClr val="0066A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9"/>
          <p:cNvSpPr txBox="1"/>
          <p:nvPr>
            <p:ph idx="1" type="subTitle"/>
          </p:nvPr>
        </p:nvSpPr>
        <p:spPr>
          <a:xfrm>
            <a:off x="685800" y="3730100"/>
            <a:ext cx="7772400" cy="956810"/>
          </a:xfrm>
          <a:prstGeom prst="rect">
            <a:avLst/>
          </a:prstGeom>
          <a:noFill/>
          <a:ln>
            <a:noFill/>
          </a:ln>
        </p:spPr>
        <p:txBody>
          <a:bodyPr anchorCtr="0" anchor="t" bIns="45700" lIns="91425" spcFirstLastPara="1" rIns="91425" wrap="square" tIns="45700">
            <a:normAutofit/>
          </a:bodyPr>
          <a:lstStyle>
            <a:lvl1pPr lvl="0" algn="l">
              <a:lnSpc>
                <a:spcPct val="90000"/>
              </a:lnSpc>
              <a:spcBef>
                <a:spcPts val="750"/>
              </a:spcBef>
              <a:spcAft>
                <a:spcPts val="0"/>
              </a:spcAft>
              <a:buSzPts val="2100"/>
              <a:buNone/>
              <a:defRPr b="1" i="1" sz="2100">
                <a:solidFill>
                  <a:srgbClr val="7F7F7F"/>
                </a:solidFill>
                <a:latin typeface="Calibri"/>
                <a:ea typeface="Calibri"/>
                <a:cs typeface="Calibri"/>
                <a:sym typeface="Calibri"/>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SzPts val="1350"/>
              <a:buNone/>
              <a:defRPr sz="1350"/>
            </a:lvl3pPr>
            <a:lvl4pPr lvl="3" algn="ctr">
              <a:lnSpc>
                <a:spcPct val="90000"/>
              </a:lnSpc>
              <a:spcBef>
                <a:spcPts val="375"/>
              </a:spcBef>
              <a:spcAft>
                <a:spcPts val="0"/>
              </a:spcAft>
              <a:buSzPts val="1200"/>
              <a:buNone/>
              <a:defRPr sz="1200"/>
            </a:lvl4pPr>
            <a:lvl5pPr lvl="4" algn="ctr">
              <a:lnSpc>
                <a:spcPct val="90000"/>
              </a:lnSpc>
              <a:spcBef>
                <a:spcPts val="375"/>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46" name="Google Shape;46;p9"/>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u="none" cap="none" strike="noStrike">
                <a:solidFill>
                  <a:srgbClr val="0066A1"/>
                </a:solidFill>
                <a:latin typeface="Calibri"/>
                <a:ea typeface="Calibri"/>
                <a:cs typeface="Calibri"/>
                <a:sym typeface="Calibri"/>
              </a:defRPr>
            </a:lvl1pPr>
            <a:lvl2pPr indent="0" lvl="1" marL="0" algn="l">
              <a:spcBef>
                <a:spcPts val="0"/>
              </a:spcBef>
              <a:buNone/>
              <a:defRPr b="0" i="0" sz="900" u="none" cap="none" strike="noStrike">
                <a:solidFill>
                  <a:srgbClr val="0066A1"/>
                </a:solidFill>
                <a:latin typeface="Calibri"/>
                <a:ea typeface="Calibri"/>
                <a:cs typeface="Calibri"/>
                <a:sym typeface="Calibri"/>
              </a:defRPr>
            </a:lvl2pPr>
            <a:lvl3pPr indent="0" lvl="2" marL="0" algn="l">
              <a:spcBef>
                <a:spcPts val="0"/>
              </a:spcBef>
              <a:buNone/>
              <a:defRPr b="0" i="0" sz="900" u="none" cap="none" strike="noStrike">
                <a:solidFill>
                  <a:srgbClr val="0066A1"/>
                </a:solidFill>
                <a:latin typeface="Calibri"/>
                <a:ea typeface="Calibri"/>
                <a:cs typeface="Calibri"/>
                <a:sym typeface="Calibri"/>
              </a:defRPr>
            </a:lvl3pPr>
            <a:lvl4pPr indent="0" lvl="3" marL="0" algn="l">
              <a:spcBef>
                <a:spcPts val="0"/>
              </a:spcBef>
              <a:buNone/>
              <a:defRPr b="0" i="0" sz="900" u="none" cap="none" strike="noStrike">
                <a:solidFill>
                  <a:srgbClr val="0066A1"/>
                </a:solidFill>
                <a:latin typeface="Calibri"/>
                <a:ea typeface="Calibri"/>
                <a:cs typeface="Calibri"/>
                <a:sym typeface="Calibri"/>
              </a:defRPr>
            </a:lvl4pPr>
            <a:lvl5pPr indent="0" lvl="4" marL="0" algn="l">
              <a:spcBef>
                <a:spcPts val="0"/>
              </a:spcBef>
              <a:buNone/>
              <a:defRPr b="0" i="0" sz="900" u="none" cap="none" strike="noStrike">
                <a:solidFill>
                  <a:srgbClr val="0066A1"/>
                </a:solidFill>
                <a:latin typeface="Calibri"/>
                <a:ea typeface="Calibri"/>
                <a:cs typeface="Calibri"/>
                <a:sym typeface="Calibri"/>
              </a:defRPr>
            </a:lvl5pPr>
            <a:lvl6pPr indent="0" lvl="5" marL="0" algn="l">
              <a:spcBef>
                <a:spcPts val="0"/>
              </a:spcBef>
              <a:buNone/>
              <a:defRPr b="0" i="0" sz="900" u="none" cap="none" strike="noStrike">
                <a:solidFill>
                  <a:srgbClr val="0066A1"/>
                </a:solidFill>
                <a:latin typeface="Calibri"/>
                <a:ea typeface="Calibri"/>
                <a:cs typeface="Calibri"/>
                <a:sym typeface="Calibri"/>
              </a:defRPr>
            </a:lvl6pPr>
            <a:lvl7pPr indent="0" lvl="6" marL="0" algn="l">
              <a:spcBef>
                <a:spcPts val="0"/>
              </a:spcBef>
              <a:buNone/>
              <a:defRPr b="0" i="0" sz="900" u="none" cap="none" strike="noStrike">
                <a:solidFill>
                  <a:srgbClr val="0066A1"/>
                </a:solidFill>
                <a:latin typeface="Calibri"/>
                <a:ea typeface="Calibri"/>
                <a:cs typeface="Calibri"/>
                <a:sym typeface="Calibri"/>
              </a:defRPr>
            </a:lvl7pPr>
            <a:lvl8pPr indent="0" lvl="7" marL="0" algn="l">
              <a:spcBef>
                <a:spcPts val="0"/>
              </a:spcBef>
              <a:buNone/>
              <a:defRPr b="0" i="0" sz="900" u="none" cap="none" strike="noStrike">
                <a:solidFill>
                  <a:srgbClr val="0066A1"/>
                </a:solidFill>
                <a:latin typeface="Calibri"/>
                <a:ea typeface="Calibri"/>
                <a:cs typeface="Calibri"/>
                <a:sym typeface="Calibri"/>
              </a:defRPr>
            </a:lvl8pPr>
            <a:lvl9pPr indent="0" lvl="8" marL="0" algn="l">
              <a:spcBef>
                <a:spcPts val="0"/>
              </a:spcBef>
              <a:buNone/>
              <a:defRPr b="0" i="0" sz="900" u="none" cap="none" strike="noStrike">
                <a:solidFill>
                  <a:srgbClr val="0066A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AR"/>
              <a:t>‹#›</a:t>
            </a:fld>
            <a:endParaRPr/>
          </a:p>
        </p:txBody>
      </p:sp>
      <p:pic>
        <p:nvPicPr>
          <p:cNvPr id="47" name="Google Shape;47;p9"/>
          <p:cNvPicPr preferRelativeResize="0"/>
          <p:nvPr/>
        </p:nvPicPr>
        <p:blipFill rotWithShape="1">
          <a:blip r:embed="rId3">
            <a:alphaModFix/>
          </a:blip>
          <a:srcRect b="0" l="1496" r="0" t="9657"/>
          <a:stretch/>
        </p:blipFill>
        <p:spPr>
          <a:xfrm flipH="1" rot="10800000">
            <a:off x="0" y="4502874"/>
            <a:ext cx="9144000" cy="640625"/>
          </a:xfrm>
          <a:prstGeom prst="rect">
            <a:avLst/>
          </a:prstGeom>
          <a:noFill/>
          <a:ln>
            <a:noFill/>
          </a:ln>
        </p:spPr>
      </p:pic>
      <p:pic>
        <p:nvPicPr>
          <p:cNvPr id="48" name="Google Shape;48;p9"/>
          <p:cNvPicPr preferRelativeResize="0"/>
          <p:nvPr/>
        </p:nvPicPr>
        <p:blipFill rotWithShape="1">
          <a:blip r:embed="rId3">
            <a:alphaModFix/>
          </a:blip>
          <a:srcRect b="0" l="1496" r="0" t="9657"/>
          <a:stretch/>
        </p:blipFill>
        <p:spPr>
          <a:xfrm flipH="1">
            <a:off x="0" y="-20993"/>
            <a:ext cx="9144000" cy="640625"/>
          </a:xfrm>
          <a:prstGeom prst="rect">
            <a:avLst/>
          </a:prstGeom>
          <a:noFill/>
          <a:ln>
            <a:noFill/>
          </a:ln>
        </p:spPr>
      </p:pic>
      <p:pic>
        <p:nvPicPr>
          <p:cNvPr id="49" name="Google Shape;49;p9"/>
          <p:cNvPicPr preferRelativeResize="0"/>
          <p:nvPr/>
        </p:nvPicPr>
        <p:blipFill rotWithShape="1">
          <a:blip r:embed="rId4">
            <a:alphaModFix/>
          </a:blip>
          <a:srcRect b="0" l="0" r="0" t="0"/>
          <a:stretch/>
        </p:blipFill>
        <p:spPr>
          <a:xfrm>
            <a:off x="7613960" y="4267505"/>
            <a:ext cx="1215715" cy="354989"/>
          </a:xfrm>
          <a:prstGeom prst="rect">
            <a:avLst/>
          </a:prstGeom>
          <a:noFill/>
          <a:ln>
            <a:noFill/>
          </a:ln>
        </p:spPr>
      </p:pic>
      <p:pic>
        <p:nvPicPr>
          <p:cNvPr id="50" name="Google Shape;50;p9"/>
          <p:cNvPicPr preferRelativeResize="0"/>
          <p:nvPr/>
        </p:nvPicPr>
        <p:blipFill rotWithShape="1">
          <a:blip r:embed="rId5">
            <a:alphaModFix/>
          </a:blip>
          <a:srcRect b="0" l="0" r="0" t="0"/>
          <a:stretch/>
        </p:blipFill>
        <p:spPr>
          <a:xfrm>
            <a:off x="-9144" y="619632"/>
            <a:ext cx="1456944" cy="2414016"/>
          </a:xfrm>
          <a:prstGeom prst="rect">
            <a:avLst/>
          </a:prstGeom>
          <a:noFill/>
          <a:ln>
            <a:noFill/>
          </a:ln>
        </p:spPr>
      </p:pic>
      <p:pic>
        <p:nvPicPr>
          <p:cNvPr id="51" name="Google Shape;51;p9"/>
          <p:cNvPicPr preferRelativeResize="0"/>
          <p:nvPr/>
        </p:nvPicPr>
        <p:blipFill rotWithShape="1">
          <a:blip r:embed="rId6">
            <a:alphaModFix/>
          </a:blip>
          <a:srcRect b="0" l="0" r="0" t="0"/>
          <a:stretch/>
        </p:blipFill>
        <p:spPr>
          <a:xfrm>
            <a:off x="1469066" y="619632"/>
            <a:ext cx="1944624" cy="2414016"/>
          </a:xfrm>
          <a:prstGeom prst="rect">
            <a:avLst/>
          </a:prstGeom>
          <a:noFill/>
          <a:ln>
            <a:noFill/>
          </a:ln>
        </p:spPr>
      </p:pic>
      <p:pic>
        <p:nvPicPr>
          <p:cNvPr id="52" name="Google Shape;52;p9"/>
          <p:cNvPicPr preferRelativeResize="0"/>
          <p:nvPr/>
        </p:nvPicPr>
        <p:blipFill rotWithShape="1">
          <a:blip r:embed="rId7">
            <a:alphaModFix/>
          </a:blip>
          <a:srcRect b="0" l="0" r="0" t="0"/>
          <a:stretch/>
        </p:blipFill>
        <p:spPr>
          <a:xfrm>
            <a:off x="3412131" y="619632"/>
            <a:ext cx="2365248" cy="2414016"/>
          </a:xfrm>
          <a:prstGeom prst="rect">
            <a:avLst/>
          </a:prstGeom>
          <a:noFill/>
          <a:ln>
            <a:noFill/>
          </a:ln>
        </p:spPr>
      </p:pic>
      <p:pic>
        <p:nvPicPr>
          <p:cNvPr id="53" name="Google Shape;53;p9"/>
          <p:cNvPicPr preferRelativeResize="0"/>
          <p:nvPr/>
        </p:nvPicPr>
        <p:blipFill rotWithShape="1">
          <a:blip r:embed="rId8">
            <a:alphaModFix/>
          </a:blip>
          <a:srcRect b="0" l="0" r="0" t="0"/>
          <a:stretch/>
        </p:blipFill>
        <p:spPr>
          <a:xfrm>
            <a:off x="5766746" y="619632"/>
            <a:ext cx="1956816" cy="2414016"/>
          </a:xfrm>
          <a:prstGeom prst="rect">
            <a:avLst/>
          </a:prstGeom>
          <a:noFill/>
          <a:ln>
            <a:noFill/>
          </a:ln>
        </p:spPr>
      </p:pic>
      <p:pic>
        <p:nvPicPr>
          <p:cNvPr id="54" name="Google Shape;54;p9"/>
          <p:cNvPicPr preferRelativeResize="0"/>
          <p:nvPr/>
        </p:nvPicPr>
        <p:blipFill rotWithShape="1">
          <a:blip r:embed="rId9">
            <a:alphaModFix/>
          </a:blip>
          <a:srcRect b="0" l="0" r="0" t="0"/>
          <a:stretch/>
        </p:blipFill>
        <p:spPr>
          <a:xfrm>
            <a:off x="7721916" y="619632"/>
            <a:ext cx="1499616" cy="2414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lide Opt 1 Editable">
  <p:cSld name="Presentation Title Slide Opt 1 Editable">
    <p:spTree>
      <p:nvGrpSpPr>
        <p:cNvPr id="55" name="Shape 55"/>
        <p:cNvGrpSpPr/>
        <p:nvPr/>
      </p:nvGrpSpPr>
      <p:grpSpPr>
        <a:xfrm>
          <a:off x="0" y="0"/>
          <a:ext cx="0" cy="0"/>
          <a:chOff x="0" y="0"/>
          <a:chExt cx="0" cy="0"/>
        </a:xfrm>
      </p:grpSpPr>
      <p:pic>
        <p:nvPicPr>
          <p:cNvPr id="56" name="Google Shape;56;p10"/>
          <p:cNvPicPr preferRelativeResize="0"/>
          <p:nvPr/>
        </p:nvPicPr>
        <p:blipFill rotWithShape="1">
          <a:blip r:embed="rId2">
            <a:alphaModFix/>
          </a:blip>
          <a:srcRect b="0" l="0" r="0" t="0"/>
          <a:stretch/>
        </p:blipFill>
        <p:spPr>
          <a:xfrm>
            <a:off x="-23750" y="0"/>
            <a:ext cx="9167750" cy="5143500"/>
          </a:xfrm>
          <a:prstGeom prst="rect">
            <a:avLst/>
          </a:prstGeom>
          <a:noFill/>
          <a:ln>
            <a:noFill/>
          </a:ln>
        </p:spPr>
      </p:pic>
      <p:sp>
        <p:nvSpPr>
          <p:cNvPr id="57" name="Google Shape;57;p10"/>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u="none" cap="none" strike="noStrike">
                <a:solidFill>
                  <a:srgbClr val="0066A1"/>
                </a:solidFill>
                <a:latin typeface="Calibri"/>
                <a:ea typeface="Calibri"/>
                <a:cs typeface="Calibri"/>
                <a:sym typeface="Calibri"/>
              </a:defRPr>
            </a:lvl1pPr>
            <a:lvl2pPr indent="0" lvl="1" marL="0" algn="l">
              <a:spcBef>
                <a:spcPts val="0"/>
              </a:spcBef>
              <a:buNone/>
              <a:defRPr b="0" i="0" sz="900" u="none" cap="none" strike="noStrike">
                <a:solidFill>
                  <a:srgbClr val="0066A1"/>
                </a:solidFill>
                <a:latin typeface="Calibri"/>
                <a:ea typeface="Calibri"/>
                <a:cs typeface="Calibri"/>
                <a:sym typeface="Calibri"/>
              </a:defRPr>
            </a:lvl2pPr>
            <a:lvl3pPr indent="0" lvl="2" marL="0" algn="l">
              <a:spcBef>
                <a:spcPts val="0"/>
              </a:spcBef>
              <a:buNone/>
              <a:defRPr b="0" i="0" sz="900" u="none" cap="none" strike="noStrike">
                <a:solidFill>
                  <a:srgbClr val="0066A1"/>
                </a:solidFill>
                <a:latin typeface="Calibri"/>
                <a:ea typeface="Calibri"/>
                <a:cs typeface="Calibri"/>
                <a:sym typeface="Calibri"/>
              </a:defRPr>
            </a:lvl3pPr>
            <a:lvl4pPr indent="0" lvl="3" marL="0" algn="l">
              <a:spcBef>
                <a:spcPts val="0"/>
              </a:spcBef>
              <a:buNone/>
              <a:defRPr b="0" i="0" sz="900" u="none" cap="none" strike="noStrike">
                <a:solidFill>
                  <a:srgbClr val="0066A1"/>
                </a:solidFill>
                <a:latin typeface="Calibri"/>
                <a:ea typeface="Calibri"/>
                <a:cs typeface="Calibri"/>
                <a:sym typeface="Calibri"/>
              </a:defRPr>
            </a:lvl4pPr>
            <a:lvl5pPr indent="0" lvl="4" marL="0" algn="l">
              <a:spcBef>
                <a:spcPts val="0"/>
              </a:spcBef>
              <a:buNone/>
              <a:defRPr b="0" i="0" sz="900" u="none" cap="none" strike="noStrike">
                <a:solidFill>
                  <a:srgbClr val="0066A1"/>
                </a:solidFill>
                <a:latin typeface="Calibri"/>
                <a:ea typeface="Calibri"/>
                <a:cs typeface="Calibri"/>
                <a:sym typeface="Calibri"/>
              </a:defRPr>
            </a:lvl5pPr>
            <a:lvl6pPr indent="0" lvl="5" marL="0" algn="l">
              <a:spcBef>
                <a:spcPts val="0"/>
              </a:spcBef>
              <a:buNone/>
              <a:defRPr b="0" i="0" sz="900" u="none" cap="none" strike="noStrike">
                <a:solidFill>
                  <a:srgbClr val="0066A1"/>
                </a:solidFill>
                <a:latin typeface="Calibri"/>
                <a:ea typeface="Calibri"/>
                <a:cs typeface="Calibri"/>
                <a:sym typeface="Calibri"/>
              </a:defRPr>
            </a:lvl6pPr>
            <a:lvl7pPr indent="0" lvl="6" marL="0" algn="l">
              <a:spcBef>
                <a:spcPts val="0"/>
              </a:spcBef>
              <a:buNone/>
              <a:defRPr b="0" i="0" sz="900" u="none" cap="none" strike="noStrike">
                <a:solidFill>
                  <a:srgbClr val="0066A1"/>
                </a:solidFill>
                <a:latin typeface="Calibri"/>
                <a:ea typeface="Calibri"/>
                <a:cs typeface="Calibri"/>
                <a:sym typeface="Calibri"/>
              </a:defRPr>
            </a:lvl7pPr>
            <a:lvl8pPr indent="0" lvl="7" marL="0" algn="l">
              <a:spcBef>
                <a:spcPts val="0"/>
              </a:spcBef>
              <a:buNone/>
              <a:defRPr b="0" i="0" sz="900" u="none" cap="none" strike="noStrike">
                <a:solidFill>
                  <a:srgbClr val="0066A1"/>
                </a:solidFill>
                <a:latin typeface="Calibri"/>
                <a:ea typeface="Calibri"/>
                <a:cs typeface="Calibri"/>
                <a:sym typeface="Calibri"/>
              </a:defRPr>
            </a:lvl8pPr>
            <a:lvl9pPr indent="0" lvl="8" marL="0" algn="l">
              <a:spcBef>
                <a:spcPts val="0"/>
              </a:spcBef>
              <a:buNone/>
              <a:defRPr b="0" i="0" sz="900" u="none" cap="none" strike="noStrike">
                <a:solidFill>
                  <a:srgbClr val="0066A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AR"/>
              <a:t>‹#›</a:t>
            </a:fld>
            <a:endParaRPr/>
          </a:p>
        </p:txBody>
      </p:sp>
      <p:pic>
        <p:nvPicPr>
          <p:cNvPr id="58" name="Google Shape;58;p10"/>
          <p:cNvPicPr preferRelativeResize="0"/>
          <p:nvPr/>
        </p:nvPicPr>
        <p:blipFill rotWithShape="1">
          <a:blip r:embed="rId3">
            <a:alphaModFix/>
          </a:blip>
          <a:srcRect b="0" l="1496" r="0" t="9657"/>
          <a:stretch/>
        </p:blipFill>
        <p:spPr>
          <a:xfrm flipH="1" rot="10800000">
            <a:off x="0" y="4502874"/>
            <a:ext cx="9144000" cy="640625"/>
          </a:xfrm>
          <a:prstGeom prst="rect">
            <a:avLst/>
          </a:prstGeom>
          <a:noFill/>
          <a:ln>
            <a:noFill/>
          </a:ln>
        </p:spPr>
      </p:pic>
      <p:pic>
        <p:nvPicPr>
          <p:cNvPr id="59" name="Google Shape;59;p10"/>
          <p:cNvPicPr preferRelativeResize="0"/>
          <p:nvPr/>
        </p:nvPicPr>
        <p:blipFill rotWithShape="1">
          <a:blip r:embed="rId3">
            <a:alphaModFix/>
          </a:blip>
          <a:srcRect b="0" l="1496" r="0" t="9657"/>
          <a:stretch/>
        </p:blipFill>
        <p:spPr>
          <a:xfrm flipH="1">
            <a:off x="0" y="-20993"/>
            <a:ext cx="9144000" cy="640625"/>
          </a:xfrm>
          <a:prstGeom prst="rect">
            <a:avLst/>
          </a:prstGeom>
          <a:noFill/>
          <a:ln>
            <a:noFill/>
          </a:ln>
        </p:spPr>
      </p:pic>
      <p:pic>
        <p:nvPicPr>
          <p:cNvPr id="60" name="Google Shape;60;p10"/>
          <p:cNvPicPr preferRelativeResize="0"/>
          <p:nvPr/>
        </p:nvPicPr>
        <p:blipFill rotWithShape="1">
          <a:blip r:embed="rId4">
            <a:alphaModFix/>
          </a:blip>
          <a:srcRect b="0" l="0" r="0" t="0"/>
          <a:stretch/>
        </p:blipFill>
        <p:spPr>
          <a:xfrm>
            <a:off x="7613960" y="4267505"/>
            <a:ext cx="1215715" cy="354989"/>
          </a:xfrm>
          <a:prstGeom prst="rect">
            <a:avLst/>
          </a:prstGeom>
          <a:noFill/>
          <a:ln>
            <a:noFill/>
          </a:ln>
        </p:spPr>
      </p:pic>
      <p:sp>
        <p:nvSpPr>
          <p:cNvPr id="61" name="Google Shape;61;p10"/>
          <p:cNvSpPr/>
          <p:nvPr>
            <p:ph idx="2" type="pic"/>
          </p:nvPr>
        </p:nvSpPr>
        <p:spPr>
          <a:xfrm>
            <a:off x="0" y="652552"/>
            <a:ext cx="1828800" cy="1828800"/>
          </a:xfrm>
          <a:prstGeom prst="rect">
            <a:avLst/>
          </a:prstGeom>
          <a:blipFill rotWithShape="1">
            <a:blip r:embed="rId5">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75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2" name="Google Shape;62;p10"/>
          <p:cNvSpPr/>
          <p:nvPr>
            <p:ph idx="3" type="pic"/>
          </p:nvPr>
        </p:nvSpPr>
        <p:spPr>
          <a:xfrm>
            <a:off x="1828800" y="652552"/>
            <a:ext cx="1828800" cy="1828800"/>
          </a:xfrm>
          <a:prstGeom prst="rect">
            <a:avLst/>
          </a:prstGeom>
          <a:blipFill rotWithShape="1">
            <a:blip r:embed="rId6">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100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3" name="Google Shape;63;p10"/>
          <p:cNvSpPr/>
          <p:nvPr>
            <p:ph idx="4" type="pic"/>
          </p:nvPr>
        </p:nvSpPr>
        <p:spPr>
          <a:xfrm>
            <a:off x="3657600" y="652552"/>
            <a:ext cx="1828800" cy="1828800"/>
          </a:xfrm>
          <a:prstGeom prst="rect">
            <a:avLst/>
          </a:prstGeom>
          <a:blipFill rotWithShape="1">
            <a:blip r:embed="rId7">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100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4" name="Google Shape;64;p10"/>
          <p:cNvSpPr/>
          <p:nvPr>
            <p:ph idx="5" type="pic"/>
          </p:nvPr>
        </p:nvSpPr>
        <p:spPr>
          <a:xfrm>
            <a:off x="5486400" y="652552"/>
            <a:ext cx="1828800" cy="1828800"/>
          </a:xfrm>
          <a:prstGeom prst="rect">
            <a:avLst/>
          </a:prstGeom>
          <a:blipFill rotWithShape="1">
            <a:blip r:embed="rId8">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100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5" name="Google Shape;65;p10"/>
          <p:cNvSpPr/>
          <p:nvPr>
            <p:ph idx="6" type="pic"/>
          </p:nvPr>
        </p:nvSpPr>
        <p:spPr>
          <a:xfrm>
            <a:off x="7315200" y="652552"/>
            <a:ext cx="1828800" cy="1828800"/>
          </a:xfrm>
          <a:prstGeom prst="rect">
            <a:avLst/>
          </a:prstGeom>
          <a:blipFill rotWithShape="1">
            <a:blip r:embed="rId9">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75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6" name="Google Shape;66;p10"/>
          <p:cNvSpPr txBox="1"/>
          <p:nvPr>
            <p:ph type="ctrTitle"/>
          </p:nvPr>
        </p:nvSpPr>
        <p:spPr>
          <a:xfrm>
            <a:off x="685800" y="3138060"/>
            <a:ext cx="7772400" cy="52298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66A1"/>
              </a:buClr>
              <a:buSzPts val="3300"/>
              <a:buFont typeface="Calibri"/>
              <a:buNone/>
              <a:defRPr i="0" sz="3300">
                <a:solidFill>
                  <a:srgbClr val="0066A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txBox="1"/>
          <p:nvPr>
            <p:ph idx="1" type="subTitle"/>
          </p:nvPr>
        </p:nvSpPr>
        <p:spPr>
          <a:xfrm>
            <a:off x="685800" y="3730100"/>
            <a:ext cx="7772400" cy="956810"/>
          </a:xfrm>
          <a:prstGeom prst="rect">
            <a:avLst/>
          </a:prstGeom>
          <a:noFill/>
          <a:ln>
            <a:noFill/>
          </a:ln>
        </p:spPr>
        <p:txBody>
          <a:bodyPr anchorCtr="0" anchor="t" bIns="45700" lIns="91425" spcFirstLastPara="1" rIns="91425" wrap="square" tIns="45700">
            <a:normAutofit/>
          </a:bodyPr>
          <a:lstStyle>
            <a:lvl1pPr lvl="0" algn="l">
              <a:lnSpc>
                <a:spcPct val="90000"/>
              </a:lnSpc>
              <a:spcBef>
                <a:spcPts val="750"/>
              </a:spcBef>
              <a:spcAft>
                <a:spcPts val="0"/>
              </a:spcAft>
              <a:buSzPts val="2100"/>
              <a:buNone/>
              <a:defRPr b="1" i="1" sz="2100">
                <a:solidFill>
                  <a:srgbClr val="7F7F7F"/>
                </a:solidFill>
                <a:latin typeface="Calibri"/>
                <a:ea typeface="Calibri"/>
                <a:cs typeface="Calibri"/>
                <a:sym typeface="Calibri"/>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SzPts val="1350"/>
              <a:buNone/>
              <a:defRPr sz="1350"/>
            </a:lvl3pPr>
            <a:lvl4pPr lvl="3" algn="ctr">
              <a:lnSpc>
                <a:spcPct val="90000"/>
              </a:lnSpc>
              <a:spcBef>
                <a:spcPts val="375"/>
              </a:spcBef>
              <a:spcAft>
                <a:spcPts val="0"/>
              </a:spcAft>
              <a:buSzPts val="1200"/>
              <a:buNone/>
              <a:defRPr sz="1200"/>
            </a:lvl4pPr>
            <a:lvl5pPr lvl="4" algn="ctr">
              <a:lnSpc>
                <a:spcPct val="90000"/>
              </a:lnSpc>
              <a:spcBef>
                <a:spcPts val="375"/>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lide Opt 1 Editable Tagline">
  <p:cSld name="Presentation Title Slide Opt 1 Editable Tagline">
    <p:spTree>
      <p:nvGrpSpPr>
        <p:cNvPr id="68" name="Shape 68"/>
        <p:cNvGrpSpPr/>
        <p:nvPr/>
      </p:nvGrpSpPr>
      <p:grpSpPr>
        <a:xfrm>
          <a:off x="0" y="0"/>
          <a:ext cx="0" cy="0"/>
          <a:chOff x="0" y="0"/>
          <a:chExt cx="0" cy="0"/>
        </a:xfrm>
      </p:grpSpPr>
      <p:pic>
        <p:nvPicPr>
          <p:cNvPr id="69" name="Google Shape;69;p11"/>
          <p:cNvPicPr preferRelativeResize="0"/>
          <p:nvPr/>
        </p:nvPicPr>
        <p:blipFill rotWithShape="1">
          <a:blip r:embed="rId2">
            <a:alphaModFix/>
          </a:blip>
          <a:srcRect b="0" l="0" r="0" t="0"/>
          <a:stretch/>
        </p:blipFill>
        <p:spPr>
          <a:xfrm>
            <a:off x="-23750" y="0"/>
            <a:ext cx="9167750" cy="5143500"/>
          </a:xfrm>
          <a:prstGeom prst="rect">
            <a:avLst/>
          </a:prstGeom>
          <a:noFill/>
          <a:ln>
            <a:noFill/>
          </a:ln>
        </p:spPr>
      </p:pic>
      <p:sp>
        <p:nvSpPr>
          <p:cNvPr id="70" name="Google Shape;70;p11"/>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u="none" cap="none" strike="noStrike">
                <a:solidFill>
                  <a:srgbClr val="0066A1"/>
                </a:solidFill>
                <a:latin typeface="Calibri"/>
                <a:ea typeface="Calibri"/>
                <a:cs typeface="Calibri"/>
                <a:sym typeface="Calibri"/>
              </a:defRPr>
            </a:lvl1pPr>
            <a:lvl2pPr indent="0" lvl="1" marL="0" algn="l">
              <a:spcBef>
                <a:spcPts val="0"/>
              </a:spcBef>
              <a:buNone/>
              <a:defRPr b="0" i="0" sz="900" u="none" cap="none" strike="noStrike">
                <a:solidFill>
                  <a:srgbClr val="0066A1"/>
                </a:solidFill>
                <a:latin typeface="Calibri"/>
                <a:ea typeface="Calibri"/>
                <a:cs typeface="Calibri"/>
                <a:sym typeface="Calibri"/>
              </a:defRPr>
            </a:lvl2pPr>
            <a:lvl3pPr indent="0" lvl="2" marL="0" algn="l">
              <a:spcBef>
                <a:spcPts val="0"/>
              </a:spcBef>
              <a:buNone/>
              <a:defRPr b="0" i="0" sz="900" u="none" cap="none" strike="noStrike">
                <a:solidFill>
                  <a:srgbClr val="0066A1"/>
                </a:solidFill>
                <a:latin typeface="Calibri"/>
                <a:ea typeface="Calibri"/>
                <a:cs typeface="Calibri"/>
                <a:sym typeface="Calibri"/>
              </a:defRPr>
            </a:lvl3pPr>
            <a:lvl4pPr indent="0" lvl="3" marL="0" algn="l">
              <a:spcBef>
                <a:spcPts val="0"/>
              </a:spcBef>
              <a:buNone/>
              <a:defRPr b="0" i="0" sz="900" u="none" cap="none" strike="noStrike">
                <a:solidFill>
                  <a:srgbClr val="0066A1"/>
                </a:solidFill>
                <a:latin typeface="Calibri"/>
                <a:ea typeface="Calibri"/>
                <a:cs typeface="Calibri"/>
                <a:sym typeface="Calibri"/>
              </a:defRPr>
            </a:lvl4pPr>
            <a:lvl5pPr indent="0" lvl="4" marL="0" algn="l">
              <a:spcBef>
                <a:spcPts val="0"/>
              </a:spcBef>
              <a:buNone/>
              <a:defRPr b="0" i="0" sz="900" u="none" cap="none" strike="noStrike">
                <a:solidFill>
                  <a:srgbClr val="0066A1"/>
                </a:solidFill>
                <a:latin typeface="Calibri"/>
                <a:ea typeface="Calibri"/>
                <a:cs typeface="Calibri"/>
                <a:sym typeface="Calibri"/>
              </a:defRPr>
            </a:lvl5pPr>
            <a:lvl6pPr indent="0" lvl="5" marL="0" algn="l">
              <a:spcBef>
                <a:spcPts val="0"/>
              </a:spcBef>
              <a:buNone/>
              <a:defRPr b="0" i="0" sz="900" u="none" cap="none" strike="noStrike">
                <a:solidFill>
                  <a:srgbClr val="0066A1"/>
                </a:solidFill>
                <a:latin typeface="Calibri"/>
                <a:ea typeface="Calibri"/>
                <a:cs typeface="Calibri"/>
                <a:sym typeface="Calibri"/>
              </a:defRPr>
            </a:lvl6pPr>
            <a:lvl7pPr indent="0" lvl="6" marL="0" algn="l">
              <a:spcBef>
                <a:spcPts val="0"/>
              </a:spcBef>
              <a:buNone/>
              <a:defRPr b="0" i="0" sz="900" u="none" cap="none" strike="noStrike">
                <a:solidFill>
                  <a:srgbClr val="0066A1"/>
                </a:solidFill>
                <a:latin typeface="Calibri"/>
                <a:ea typeface="Calibri"/>
                <a:cs typeface="Calibri"/>
                <a:sym typeface="Calibri"/>
              </a:defRPr>
            </a:lvl7pPr>
            <a:lvl8pPr indent="0" lvl="7" marL="0" algn="l">
              <a:spcBef>
                <a:spcPts val="0"/>
              </a:spcBef>
              <a:buNone/>
              <a:defRPr b="0" i="0" sz="900" u="none" cap="none" strike="noStrike">
                <a:solidFill>
                  <a:srgbClr val="0066A1"/>
                </a:solidFill>
                <a:latin typeface="Calibri"/>
                <a:ea typeface="Calibri"/>
                <a:cs typeface="Calibri"/>
                <a:sym typeface="Calibri"/>
              </a:defRPr>
            </a:lvl8pPr>
            <a:lvl9pPr indent="0" lvl="8" marL="0" algn="l">
              <a:spcBef>
                <a:spcPts val="0"/>
              </a:spcBef>
              <a:buNone/>
              <a:defRPr b="0" i="0" sz="900" u="none" cap="none" strike="noStrike">
                <a:solidFill>
                  <a:srgbClr val="0066A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AR"/>
              <a:t>‹#›</a:t>
            </a:fld>
            <a:endParaRPr/>
          </a:p>
        </p:txBody>
      </p:sp>
      <p:pic>
        <p:nvPicPr>
          <p:cNvPr id="71" name="Google Shape;71;p11"/>
          <p:cNvPicPr preferRelativeResize="0"/>
          <p:nvPr/>
        </p:nvPicPr>
        <p:blipFill rotWithShape="1">
          <a:blip r:embed="rId3">
            <a:alphaModFix/>
          </a:blip>
          <a:srcRect b="0" l="1496" r="0" t="9657"/>
          <a:stretch/>
        </p:blipFill>
        <p:spPr>
          <a:xfrm flipH="1" rot="10800000">
            <a:off x="0" y="4502874"/>
            <a:ext cx="9144000" cy="640625"/>
          </a:xfrm>
          <a:prstGeom prst="rect">
            <a:avLst/>
          </a:prstGeom>
          <a:noFill/>
          <a:ln>
            <a:noFill/>
          </a:ln>
        </p:spPr>
      </p:pic>
      <p:pic>
        <p:nvPicPr>
          <p:cNvPr id="72" name="Google Shape;72;p11"/>
          <p:cNvPicPr preferRelativeResize="0"/>
          <p:nvPr/>
        </p:nvPicPr>
        <p:blipFill rotWithShape="1">
          <a:blip r:embed="rId3">
            <a:alphaModFix/>
          </a:blip>
          <a:srcRect b="0" l="1496" r="0" t="9657"/>
          <a:stretch/>
        </p:blipFill>
        <p:spPr>
          <a:xfrm flipH="1">
            <a:off x="0" y="-20993"/>
            <a:ext cx="9144000" cy="640625"/>
          </a:xfrm>
          <a:prstGeom prst="rect">
            <a:avLst/>
          </a:prstGeom>
          <a:noFill/>
          <a:ln>
            <a:noFill/>
          </a:ln>
        </p:spPr>
      </p:pic>
      <p:sp>
        <p:nvSpPr>
          <p:cNvPr id="73" name="Google Shape;73;p11"/>
          <p:cNvSpPr/>
          <p:nvPr>
            <p:ph idx="2" type="pic"/>
          </p:nvPr>
        </p:nvSpPr>
        <p:spPr>
          <a:xfrm>
            <a:off x="0" y="652552"/>
            <a:ext cx="1828800" cy="18288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75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74" name="Google Shape;74;p11"/>
          <p:cNvSpPr/>
          <p:nvPr>
            <p:ph idx="3" type="pic"/>
          </p:nvPr>
        </p:nvSpPr>
        <p:spPr>
          <a:xfrm>
            <a:off x="1828800" y="652552"/>
            <a:ext cx="1828800" cy="1828800"/>
          </a:xfrm>
          <a:prstGeom prst="rect">
            <a:avLst/>
          </a:prstGeom>
          <a:blipFill rotWithShape="1">
            <a:blip r:embed="rId5">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100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75" name="Google Shape;75;p11"/>
          <p:cNvSpPr/>
          <p:nvPr>
            <p:ph idx="4" type="pic"/>
          </p:nvPr>
        </p:nvSpPr>
        <p:spPr>
          <a:xfrm>
            <a:off x="3657600" y="652552"/>
            <a:ext cx="1828800" cy="1828800"/>
          </a:xfrm>
          <a:prstGeom prst="rect">
            <a:avLst/>
          </a:prstGeom>
          <a:blipFill rotWithShape="1">
            <a:blip r:embed="rId6">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100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76" name="Google Shape;76;p11"/>
          <p:cNvSpPr/>
          <p:nvPr>
            <p:ph idx="5" type="pic"/>
          </p:nvPr>
        </p:nvSpPr>
        <p:spPr>
          <a:xfrm>
            <a:off x="5486400" y="652552"/>
            <a:ext cx="1828800" cy="1828800"/>
          </a:xfrm>
          <a:prstGeom prst="rect">
            <a:avLst/>
          </a:prstGeom>
          <a:blipFill rotWithShape="1">
            <a:blip r:embed="rId7">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100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77" name="Google Shape;77;p11"/>
          <p:cNvSpPr/>
          <p:nvPr>
            <p:ph idx="6" type="pic"/>
          </p:nvPr>
        </p:nvSpPr>
        <p:spPr>
          <a:xfrm>
            <a:off x="7315200" y="652552"/>
            <a:ext cx="1828800" cy="1828800"/>
          </a:xfrm>
          <a:prstGeom prst="rect">
            <a:avLst/>
          </a:prstGeom>
          <a:blipFill rotWithShape="1">
            <a:blip r:embed="rId8">
              <a:alphaModFix/>
            </a:blip>
            <a:stretch>
              <a:fillRect b="0" l="0" r="0" t="0"/>
            </a:stretch>
          </a:blipFill>
          <a:ln>
            <a:noFill/>
          </a:ln>
        </p:spPr>
        <p:txBody>
          <a:bodyPr anchorCtr="0" anchor="ctr" bIns="45700" lIns="91425" spcFirstLastPara="1" rIns="91425" wrap="square" tIns="45700">
            <a:normAutofit/>
          </a:bodyPr>
          <a:lstStyle>
            <a:lvl1pPr lvl="0" marR="0" rtl="0" algn="ctr">
              <a:lnSpc>
                <a:spcPct val="90000"/>
              </a:lnSpc>
              <a:spcBef>
                <a:spcPts val="750"/>
              </a:spcBef>
              <a:spcAft>
                <a:spcPts val="0"/>
              </a:spcAft>
              <a:buClr>
                <a:srgbClr val="0066A1"/>
              </a:buClr>
              <a:buSzPts val="2800"/>
              <a:buFont typeface="Merriweather Sans"/>
              <a:buNone/>
              <a:defRPr b="0" i="0" sz="2800" u="none" cap="none" strike="noStrike">
                <a:solidFill>
                  <a:schemeClr val="lt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78" name="Google Shape;78;p11"/>
          <p:cNvSpPr txBox="1"/>
          <p:nvPr>
            <p:ph type="ctrTitle"/>
          </p:nvPr>
        </p:nvSpPr>
        <p:spPr>
          <a:xfrm>
            <a:off x="685800" y="3138060"/>
            <a:ext cx="7772400" cy="52298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66A1"/>
              </a:buClr>
              <a:buSzPts val="3300"/>
              <a:buFont typeface="Calibri"/>
              <a:buNone/>
              <a:defRPr i="0" sz="3300">
                <a:solidFill>
                  <a:srgbClr val="0066A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
          <p:cNvSpPr txBox="1"/>
          <p:nvPr>
            <p:ph idx="1" type="subTitle"/>
          </p:nvPr>
        </p:nvSpPr>
        <p:spPr>
          <a:xfrm>
            <a:off x="685800" y="3730100"/>
            <a:ext cx="7772400" cy="956810"/>
          </a:xfrm>
          <a:prstGeom prst="rect">
            <a:avLst/>
          </a:prstGeom>
          <a:noFill/>
          <a:ln>
            <a:noFill/>
          </a:ln>
        </p:spPr>
        <p:txBody>
          <a:bodyPr anchorCtr="0" anchor="t" bIns="45700" lIns="91425" spcFirstLastPara="1" rIns="91425" wrap="square" tIns="45700">
            <a:normAutofit/>
          </a:bodyPr>
          <a:lstStyle>
            <a:lvl1pPr lvl="0" algn="l">
              <a:lnSpc>
                <a:spcPct val="90000"/>
              </a:lnSpc>
              <a:spcBef>
                <a:spcPts val="750"/>
              </a:spcBef>
              <a:spcAft>
                <a:spcPts val="0"/>
              </a:spcAft>
              <a:buSzPts val="2100"/>
              <a:buNone/>
              <a:defRPr b="1" i="1" sz="2100">
                <a:solidFill>
                  <a:srgbClr val="7F7F7F"/>
                </a:solidFill>
                <a:latin typeface="Calibri"/>
                <a:ea typeface="Calibri"/>
                <a:cs typeface="Calibri"/>
                <a:sym typeface="Calibri"/>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SzPts val="1350"/>
              <a:buNone/>
              <a:defRPr sz="1350"/>
            </a:lvl3pPr>
            <a:lvl4pPr lvl="3" algn="ctr">
              <a:lnSpc>
                <a:spcPct val="90000"/>
              </a:lnSpc>
              <a:spcBef>
                <a:spcPts val="375"/>
              </a:spcBef>
              <a:spcAft>
                <a:spcPts val="0"/>
              </a:spcAft>
              <a:buSzPts val="1200"/>
              <a:buNone/>
              <a:defRPr sz="1200"/>
            </a:lvl4pPr>
            <a:lvl5pPr lvl="4" algn="ctr">
              <a:lnSpc>
                <a:spcPct val="90000"/>
              </a:lnSpc>
              <a:spcBef>
                <a:spcPts val="375"/>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pic>
        <p:nvPicPr>
          <p:cNvPr id="80" name="Google Shape;80;p11"/>
          <p:cNvPicPr preferRelativeResize="0"/>
          <p:nvPr/>
        </p:nvPicPr>
        <p:blipFill rotWithShape="1">
          <a:blip r:embed="rId9">
            <a:alphaModFix/>
          </a:blip>
          <a:srcRect b="0" l="0" r="0" t="0"/>
          <a:stretch/>
        </p:blipFill>
        <p:spPr>
          <a:xfrm>
            <a:off x="7613960" y="4131398"/>
            <a:ext cx="1221339" cy="68167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lide Opt 2">
  <p:cSld name="Presentation Title Slide Opt 2">
    <p:spTree>
      <p:nvGrpSpPr>
        <p:cNvPr id="81" name="Shape 81"/>
        <p:cNvGrpSpPr/>
        <p:nvPr/>
      </p:nvGrpSpPr>
      <p:grpSpPr>
        <a:xfrm>
          <a:off x="0" y="0"/>
          <a:ext cx="0" cy="0"/>
          <a:chOff x="0" y="0"/>
          <a:chExt cx="0" cy="0"/>
        </a:xfrm>
      </p:grpSpPr>
      <p:pic>
        <p:nvPicPr>
          <p:cNvPr id="82" name="Google Shape;82;p12"/>
          <p:cNvPicPr preferRelativeResize="0"/>
          <p:nvPr/>
        </p:nvPicPr>
        <p:blipFill rotWithShape="1">
          <a:blip r:embed="rId2">
            <a:alphaModFix amt="50000"/>
          </a:blip>
          <a:srcRect b="0" l="10600" r="0" t="25000"/>
          <a:stretch/>
        </p:blipFill>
        <p:spPr>
          <a:xfrm flipH="1" rot="10800000">
            <a:off x="-23750" y="-2"/>
            <a:ext cx="9167750" cy="5143501"/>
          </a:xfrm>
          <a:prstGeom prst="rect">
            <a:avLst/>
          </a:prstGeom>
          <a:noFill/>
          <a:ln>
            <a:noFill/>
          </a:ln>
        </p:spPr>
      </p:pic>
      <p:sp>
        <p:nvSpPr>
          <p:cNvPr id="83" name="Google Shape;83;p12"/>
          <p:cNvSpPr txBox="1"/>
          <p:nvPr>
            <p:ph type="title"/>
          </p:nvPr>
        </p:nvSpPr>
        <p:spPr>
          <a:xfrm>
            <a:off x="623888" y="2447123"/>
            <a:ext cx="7886700" cy="62081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66A1"/>
              </a:buClr>
              <a:buSzPts val="3300"/>
              <a:buFont typeface="Calibri"/>
              <a:buNone/>
              <a:defRPr i="0" sz="3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2"/>
          <p:cNvSpPr txBox="1"/>
          <p:nvPr>
            <p:ph idx="1" type="body"/>
          </p:nvPr>
        </p:nvSpPr>
        <p:spPr>
          <a:xfrm>
            <a:off x="623888" y="3088183"/>
            <a:ext cx="7886700" cy="504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2100"/>
              <a:buNone/>
              <a:defRPr b="1" i="1" sz="2100">
                <a:solidFill>
                  <a:srgbClr val="7F7F7F"/>
                </a:solidFill>
              </a:defRPr>
            </a:lvl1pPr>
            <a:lvl2pPr indent="-228600" lvl="1" marL="914400" algn="l">
              <a:lnSpc>
                <a:spcPct val="90000"/>
              </a:lnSpc>
              <a:spcBef>
                <a:spcPts val="375"/>
              </a:spcBef>
              <a:spcAft>
                <a:spcPts val="0"/>
              </a:spcAft>
              <a:buSzPts val="1500"/>
              <a:buNone/>
              <a:defRPr sz="1500">
                <a:solidFill>
                  <a:srgbClr val="888888"/>
                </a:solidFill>
              </a:defRPr>
            </a:lvl2pPr>
            <a:lvl3pPr indent="-228600" lvl="2" marL="1371600" algn="l">
              <a:lnSpc>
                <a:spcPct val="90000"/>
              </a:lnSpc>
              <a:spcBef>
                <a:spcPts val="375"/>
              </a:spcBef>
              <a:spcAft>
                <a:spcPts val="0"/>
              </a:spcAft>
              <a:buSzPts val="1350"/>
              <a:buNone/>
              <a:defRPr sz="1350">
                <a:solidFill>
                  <a:srgbClr val="888888"/>
                </a:solidFill>
              </a:defRPr>
            </a:lvl3pPr>
            <a:lvl4pPr indent="-228600" lvl="3" marL="1828800" algn="l">
              <a:lnSpc>
                <a:spcPct val="90000"/>
              </a:lnSpc>
              <a:spcBef>
                <a:spcPts val="375"/>
              </a:spcBef>
              <a:spcAft>
                <a:spcPts val="0"/>
              </a:spcAft>
              <a:buSzPts val="1200"/>
              <a:buNone/>
              <a:defRPr sz="1200">
                <a:solidFill>
                  <a:srgbClr val="888888"/>
                </a:solidFill>
              </a:defRPr>
            </a:lvl4pPr>
            <a:lvl5pPr indent="-228600" lvl="4" marL="2286000" algn="l">
              <a:lnSpc>
                <a:spcPct val="90000"/>
              </a:lnSpc>
              <a:spcBef>
                <a:spcPts val="375"/>
              </a:spcBef>
              <a:spcAft>
                <a:spcPts val="0"/>
              </a:spcAft>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5" name="Google Shape;85;p12"/>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u="none" cap="none" strike="noStrike">
                <a:solidFill>
                  <a:srgbClr val="0066A1"/>
                </a:solidFill>
                <a:latin typeface="Calibri"/>
                <a:ea typeface="Calibri"/>
                <a:cs typeface="Calibri"/>
                <a:sym typeface="Calibri"/>
              </a:defRPr>
            </a:lvl1pPr>
            <a:lvl2pPr indent="0" lvl="1" marL="0" algn="l">
              <a:spcBef>
                <a:spcPts val="0"/>
              </a:spcBef>
              <a:buNone/>
              <a:defRPr b="0" i="0" sz="900" u="none" cap="none" strike="noStrike">
                <a:solidFill>
                  <a:srgbClr val="0066A1"/>
                </a:solidFill>
                <a:latin typeface="Calibri"/>
                <a:ea typeface="Calibri"/>
                <a:cs typeface="Calibri"/>
                <a:sym typeface="Calibri"/>
              </a:defRPr>
            </a:lvl2pPr>
            <a:lvl3pPr indent="0" lvl="2" marL="0" algn="l">
              <a:spcBef>
                <a:spcPts val="0"/>
              </a:spcBef>
              <a:buNone/>
              <a:defRPr b="0" i="0" sz="900" u="none" cap="none" strike="noStrike">
                <a:solidFill>
                  <a:srgbClr val="0066A1"/>
                </a:solidFill>
                <a:latin typeface="Calibri"/>
                <a:ea typeface="Calibri"/>
                <a:cs typeface="Calibri"/>
                <a:sym typeface="Calibri"/>
              </a:defRPr>
            </a:lvl3pPr>
            <a:lvl4pPr indent="0" lvl="3" marL="0" algn="l">
              <a:spcBef>
                <a:spcPts val="0"/>
              </a:spcBef>
              <a:buNone/>
              <a:defRPr b="0" i="0" sz="900" u="none" cap="none" strike="noStrike">
                <a:solidFill>
                  <a:srgbClr val="0066A1"/>
                </a:solidFill>
                <a:latin typeface="Calibri"/>
                <a:ea typeface="Calibri"/>
                <a:cs typeface="Calibri"/>
                <a:sym typeface="Calibri"/>
              </a:defRPr>
            </a:lvl4pPr>
            <a:lvl5pPr indent="0" lvl="4" marL="0" algn="l">
              <a:spcBef>
                <a:spcPts val="0"/>
              </a:spcBef>
              <a:buNone/>
              <a:defRPr b="0" i="0" sz="900" u="none" cap="none" strike="noStrike">
                <a:solidFill>
                  <a:srgbClr val="0066A1"/>
                </a:solidFill>
                <a:latin typeface="Calibri"/>
                <a:ea typeface="Calibri"/>
                <a:cs typeface="Calibri"/>
                <a:sym typeface="Calibri"/>
              </a:defRPr>
            </a:lvl5pPr>
            <a:lvl6pPr indent="0" lvl="5" marL="0" algn="l">
              <a:spcBef>
                <a:spcPts val="0"/>
              </a:spcBef>
              <a:buNone/>
              <a:defRPr b="0" i="0" sz="900" u="none" cap="none" strike="noStrike">
                <a:solidFill>
                  <a:srgbClr val="0066A1"/>
                </a:solidFill>
                <a:latin typeface="Calibri"/>
                <a:ea typeface="Calibri"/>
                <a:cs typeface="Calibri"/>
                <a:sym typeface="Calibri"/>
              </a:defRPr>
            </a:lvl6pPr>
            <a:lvl7pPr indent="0" lvl="6" marL="0" algn="l">
              <a:spcBef>
                <a:spcPts val="0"/>
              </a:spcBef>
              <a:buNone/>
              <a:defRPr b="0" i="0" sz="900" u="none" cap="none" strike="noStrike">
                <a:solidFill>
                  <a:srgbClr val="0066A1"/>
                </a:solidFill>
                <a:latin typeface="Calibri"/>
                <a:ea typeface="Calibri"/>
                <a:cs typeface="Calibri"/>
                <a:sym typeface="Calibri"/>
              </a:defRPr>
            </a:lvl7pPr>
            <a:lvl8pPr indent="0" lvl="7" marL="0" algn="l">
              <a:spcBef>
                <a:spcPts val="0"/>
              </a:spcBef>
              <a:buNone/>
              <a:defRPr b="0" i="0" sz="900" u="none" cap="none" strike="noStrike">
                <a:solidFill>
                  <a:srgbClr val="0066A1"/>
                </a:solidFill>
                <a:latin typeface="Calibri"/>
                <a:ea typeface="Calibri"/>
                <a:cs typeface="Calibri"/>
                <a:sym typeface="Calibri"/>
              </a:defRPr>
            </a:lvl8pPr>
            <a:lvl9pPr indent="0" lvl="8" marL="0" algn="l">
              <a:spcBef>
                <a:spcPts val="0"/>
              </a:spcBef>
              <a:buNone/>
              <a:defRPr b="0" i="0" sz="900" u="none" cap="none" strike="noStrike">
                <a:solidFill>
                  <a:srgbClr val="0066A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AR"/>
              <a:t>‹#›</a:t>
            </a:fld>
            <a:endParaRPr/>
          </a:p>
        </p:txBody>
      </p:sp>
      <p:pic>
        <p:nvPicPr>
          <p:cNvPr id="86" name="Google Shape;86;p12"/>
          <p:cNvPicPr preferRelativeResize="0"/>
          <p:nvPr/>
        </p:nvPicPr>
        <p:blipFill rotWithShape="1">
          <a:blip r:embed="rId3">
            <a:alphaModFix/>
          </a:blip>
          <a:srcRect b="0" l="1496" r="0" t="9657"/>
          <a:stretch/>
        </p:blipFill>
        <p:spPr>
          <a:xfrm flipH="1" rot="10800000">
            <a:off x="0" y="4502874"/>
            <a:ext cx="9144000" cy="640625"/>
          </a:xfrm>
          <a:prstGeom prst="rect">
            <a:avLst/>
          </a:prstGeom>
          <a:noFill/>
          <a:ln>
            <a:noFill/>
          </a:ln>
        </p:spPr>
      </p:pic>
      <p:pic>
        <p:nvPicPr>
          <p:cNvPr id="87" name="Google Shape;87;p12"/>
          <p:cNvPicPr preferRelativeResize="0"/>
          <p:nvPr/>
        </p:nvPicPr>
        <p:blipFill rotWithShape="1">
          <a:blip r:embed="rId4">
            <a:alphaModFix/>
          </a:blip>
          <a:srcRect b="0" l="0" r="0" t="0"/>
          <a:stretch/>
        </p:blipFill>
        <p:spPr>
          <a:xfrm>
            <a:off x="7613960" y="4267505"/>
            <a:ext cx="1215715" cy="354989"/>
          </a:xfrm>
          <a:prstGeom prst="rect">
            <a:avLst/>
          </a:prstGeom>
          <a:noFill/>
          <a:ln>
            <a:noFill/>
          </a:ln>
        </p:spPr>
      </p:pic>
      <p:pic>
        <p:nvPicPr>
          <p:cNvPr id="88" name="Google Shape;88;p12"/>
          <p:cNvPicPr preferRelativeResize="0"/>
          <p:nvPr/>
        </p:nvPicPr>
        <p:blipFill rotWithShape="1">
          <a:blip r:embed="rId5">
            <a:alphaModFix/>
          </a:blip>
          <a:srcRect b="0" l="0" r="0" t="0"/>
          <a:stretch/>
        </p:blipFill>
        <p:spPr>
          <a:xfrm>
            <a:off x="7902966" y="352567"/>
            <a:ext cx="906997" cy="920079"/>
          </a:xfrm>
          <a:prstGeom prst="rect">
            <a:avLst/>
          </a:prstGeom>
          <a:noFill/>
          <a:ln>
            <a:noFill/>
          </a:ln>
        </p:spPr>
      </p:pic>
      <p:pic>
        <p:nvPicPr>
          <p:cNvPr id="89" name="Google Shape;89;p12"/>
          <p:cNvPicPr preferRelativeResize="0"/>
          <p:nvPr/>
        </p:nvPicPr>
        <p:blipFill rotWithShape="1">
          <a:blip r:embed="rId6">
            <a:alphaModFix/>
          </a:blip>
          <a:srcRect b="0" l="0" r="0" t="0"/>
          <a:stretch/>
        </p:blipFill>
        <p:spPr>
          <a:xfrm>
            <a:off x="6631408" y="821327"/>
            <a:ext cx="1343053" cy="1356135"/>
          </a:xfrm>
          <a:prstGeom prst="rect">
            <a:avLst/>
          </a:prstGeom>
          <a:noFill/>
          <a:ln>
            <a:noFill/>
          </a:ln>
        </p:spPr>
      </p:pic>
      <p:pic>
        <p:nvPicPr>
          <p:cNvPr id="90" name="Google Shape;90;p12"/>
          <p:cNvPicPr preferRelativeResize="0"/>
          <p:nvPr/>
        </p:nvPicPr>
        <p:blipFill rotWithShape="1">
          <a:blip r:embed="rId7">
            <a:alphaModFix/>
          </a:blip>
          <a:srcRect b="0" l="7771" r="0" t="7771"/>
          <a:stretch/>
        </p:blipFill>
        <p:spPr>
          <a:xfrm>
            <a:off x="-2794" y="-3048"/>
            <a:ext cx="2334535" cy="2381057"/>
          </a:xfrm>
          <a:prstGeom prst="rect">
            <a:avLst/>
          </a:prstGeom>
          <a:noFill/>
          <a:ln>
            <a:noFill/>
          </a:ln>
        </p:spPr>
      </p:pic>
      <p:pic>
        <p:nvPicPr>
          <p:cNvPr id="91" name="Google Shape;91;p12"/>
          <p:cNvPicPr preferRelativeResize="0"/>
          <p:nvPr/>
        </p:nvPicPr>
        <p:blipFill rotWithShape="1">
          <a:blip r:embed="rId8">
            <a:alphaModFix/>
          </a:blip>
          <a:srcRect b="0" l="0" r="0" t="0"/>
          <a:stretch/>
        </p:blipFill>
        <p:spPr>
          <a:xfrm>
            <a:off x="7500068" y="2089046"/>
            <a:ext cx="1643932" cy="1927369"/>
          </a:xfrm>
          <a:prstGeom prst="rect">
            <a:avLst/>
          </a:prstGeom>
          <a:noFill/>
          <a:ln>
            <a:noFill/>
          </a:ln>
        </p:spPr>
      </p:pic>
      <p:pic>
        <p:nvPicPr>
          <p:cNvPr id="92" name="Google Shape;92;p12"/>
          <p:cNvPicPr preferRelativeResize="0"/>
          <p:nvPr/>
        </p:nvPicPr>
        <p:blipFill rotWithShape="1">
          <a:blip r:embed="rId3">
            <a:alphaModFix/>
          </a:blip>
          <a:srcRect b="0" l="1496" r="0" t="9657"/>
          <a:stretch/>
        </p:blipFill>
        <p:spPr>
          <a:xfrm flipH="1">
            <a:off x="0" y="-20993"/>
            <a:ext cx="9144000" cy="6406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Title Slide Opt 2">
  <p:cSld name="Divider Title Slide Opt 2">
    <p:spTree>
      <p:nvGrpSpPr>
        <p:cNvPr id="93" name="Shape 93"/>
        <p:cNvGrpSpPr/>
        <p:nvPr/>
      </p:nvGrpSpPr>
      <p:grpSpPr>
        <a:xfrm>
          <a:off x="0" y="0"/>
          <a:ext cx="0" cy="0"/>
          <a:chOff x="0" y="0"/>
          <a:chExt cx="0" cy="0"/>
        </a:xfrm>
      </p:grpSpPr>
      <p:pic>
        <p:nvPicPr>
          <p:cNvPr id="94" name="Google Shape;94;p13"/>
          <p:cNvPicPr preferRelativeResize="0"/>
          <p:nvPr/>
        </p:nvPicPr>
        <p:blipFill rotWithShape="1">
          <a:blip r:embed="rId2">
            <a:alphaModFix amt="50000"/>
          </a:blip>
          <a:srcRect b="0" l="10600" r="0" t="25000"/>
          <a:stretch/>
        </p:blipFill>
        <p:spPr>
          <a:xfrm flipH="1" rot="10800000">
            <a:off x="-23750" y="-2"/>
            <a:ext cx="9167750" cy="5143501"/>
          </a:xfrm>
          <a:prstGeom prst="rect">
            <a:avLst/>
          </a:prstGeom>
          <a:noFill/>
          <a:ln>
            <a:noFill/>
          </a:ln>
        </p:spPr>
      </p:pic>
      <p:sp>
        <p:nvSpPr>
          <p:cNvPr id="95" name="Google Shape;95;p13"/>
          <p:cNvSpPr txBox="1"/>
          <p:nvPr>
            <p:ph type="title"/>
          </p:nvPr>
        </p:nvSpPr>
        <p:spPr>
          <a:xfrm>
            <a:off x="623888" y="2447123"/>
            <a:ext cx="7886700" cy="62081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66A1"/>
              </a:buClr>
              <a:buSzPts val="3300"/>
              <a:buFont typeface="Calibri"/>
              <a:buNone/>
              <a:defRPr i="0" sz="3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3"/>
          <p:cNvSpPr txBox="1"/>
          <p:nvPr>
            <p:ph idx="1" type="body"/>
          </p:nvPr>
        </p:nvSpPr>
        <p:spPr>
          <a:xfrm>
            <a:off x="623888" y="3088183"/>
            <a:ext cx="7886700" cy="504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2100"/>
              <a:buNone/>
              <a:defRPr b="1" i="1" sz="2100">
                <a:solidFill>
                  <a:srgbClr val="7F7F7F"/>
                </a:solidFill>
              </a:defRPr>
            </a:lvl1pPr>
            <a:lvl2pPr indent="-228600" lvl="1" marL="914400" algn="l">
              <a:lnSpc>
                <a:spcPct val="90000"/>
              </a:lnSpc>
              <a:spcBef>
                <a:spcPts val="375"/>
              </a:spcBef>
              <a:spcAft>
                <a:spcPts val="0"/>
              </a:spcAft>
              <a:buSzPts val="1500"/>
              <a:buNone/>
              <a:defRPr sz="1500">
                <a:solidFill>
                  <a:srgbClr val="888888"/>
                </a:solidFill>
              </a:defRPr>
            </a:lvl2pPr>
            <a:lvl3pPr indent="-228600" lvl="2" marL="1371600" algn="l">
              <a:lnSpc>
                <a:spcPct val="90000"/>
              </a:lnSpc>
              <a:spcBef>
                <a:spcPts val="375"/>
              </a:spcBef>
              <a:spcAft>
                <a:spcPts val="0"/>
              </a:spcAft>
              <a:buSzPts val="1350"/>
              <a:buNone/>
              <a:defRPr sz="1350">
                <a:solidFill>
                  <a:srgbClr val="888888"/>
                </a:solidFill>
              </a:defRPr>
            </a:lvl3pPr>
            <a:lvl4pPr indent="-228600" lvl="3" marL="1828800" algn="l">
              <a:lnSpc>
                <a:spcPct val="90000"/>
              </a:lnSpc>
              <a:spcBef>
                <a:spcPts val="375"/>
              </a:spcBef>
              <a:spcAft>
                <a:spcPts val="0"/>
              </a:spcAft>
              <a:buSzPts val="1200"/>
              <a:buNone/>
              <a:defRPr sz="1200">
                <a:solidFill>
                  <a:srgbClr val="888888"/>
                </a:solidFill>
              </a:defRPr>
            </a:lvl4pPr>
            <a:lvl5pPr indent="-228600" lvl="4" marL="2286000" algn="l">
              <a:lnSpc>
                <a:spcPct val="90000"/>
              </a:lnSpc>
              <a:spcBef>
                <a:spcPts val="375"/>
              </a:spcBef>
              <a:spcAft>
                <a:spcPts val="0"/>
              </a:spcAft>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97" name="Google Shape;97;p13"/>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pic>
        <p:nvPicPr>
          <p:cNvPr id="98" name="Google Shape;98;p13"/>
          <p:cNvPicPr preferRelativeResize="0"/>
          <p:nvPr/>
        </p:nvPicPr>
        <p:blipFill rotWithShape="1">
          <a:blip r:embed="rId3">
            <a:alphaModFix/>
          </a:blip>
          <a:srcRect b="0" l="1496" r="0" t="9657"/>
          <a:stretch/>
        </p:blipFill>
        <p:spPr>
          <a:xfrm flipH="1" rot="10800000">
            <a:off x="0" y="4502874"/>
            <a:ext cx="9144000" cy="640625"/>
          </a:xfrm>
          <a:prstGeom prst="rect">
            <a:avLst/>
          </a:prstGeom>
          <a:noFill/>
          <a:ln>
            <a:noFill/>
          </a:ln>
        </p:spPr>
      </p:pic>
      <p:pic>
        <p:nvPicPr>
          <p:cNvPr id="99" name="Google Shape;99;p13"/>
          <p:cNvPicPr preferRelativeResize="0"/>
          <p:nvPr/>
        </p:nvPicPr>
        <p:blipFill rotWithShape="1">
          <a:blip r:embed="rId3">
            <a:alphaModFix/>
          </a:blip>
          <a:srcRect b="0" l="1496" r="0" t="9657"/>
          <a:stretch/>
        </p:blipFill>
        <p:spPr>
          <a:xfrm flipH="1">
            <a:off x="0" y="-20993"/>
            <a:ext cx="9144000" cy="640625"/>
          </a:xfrm>
          <a:prstGeom prst="rect">
            <a:avLst/>
          </a:prstGeom>
          <a:noFill/>
          <a:ln>
            <a:noFill/>
          </a:ln>
        </p:spPr>
      </p:pic>
      <p:pic>
        <p:nvPicPr>
          <p:cNvPr id="100" name="Google Shape;100;p13"/>
          <p:cNvPicPr preferRelativeResize="0"/>
          <p:nvPr/>
        </p:nvPicPr>
        <p:blipFill rotWithShape="1">
          <a:blip r:embed="rId4">
            <a:alphaModFix/>
          </a:blip>
          <a:srcRect b="0" l="0" r="0" t="0"/>
          <a:stretch/>
        </p:blipFill>
        <p:spPr>
          <a:xfrm>
            <a:off x="7613960" y="4267505"/>
            <a:ext cx="1215715" cy="35498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Two Columns">
    <p:spTree>
      <p:nvGrpSpPr>
        <p:cNvPr id="101" name="Shape 101"/>
        <p:cNvGrpSpPr/>
        <p:nvPr/>
      </p:nvGrpSpPr>
      <p:grpSpPr>
        <a:xfrm>
          <a:off x="0" y="0"/>
          <a:ext cx="0" cy="0"/>
          <a:chOff x="0" y="0"/>
          <a:chExt cx="0" cy="0"/>
        </a:xfrm>
      </p:grpSpPr>
      <p:sp>
        <p:nvSpPr>
          <p:cNvPr id="102" name="Google Shape;102;p14"/>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4"/>
          <p:cNvSpPr txBox="1"/>
          <p:nvPr>
            <p:ph idx="1" type="body"/>
          </p:nvPr>
        </p:nvSpPr>
        <p:spPr>
          <a:xfrm>
            <a:off x="628650" y="1369219"/>
            <a:ext cx="3886200" cy="28444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4" name="Google Shape;104;p14"/>
          <p:cNvSpPr txBox="1"/>
          <p:nvPr>
            <p:ph idx="2" type="body"/>
          </p:nvPr>
        </p:nvSpPr>
        <p:spPr>
          <a:xfrm>
            <a:off x="4629150" y="1369219"/>
            <a:ext cx="3886200" cy="28444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5" name="Google Shape;105;p14"/>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06" name="Google Shape;106;p14"/>
          <p:cNvSpPr txBox="1"/>
          <p:nvPr>
            <p:ph idx="3" type="body"/>
          </p:nvPr>
        </p:nvSpPr>
        <p:spPr>
          <a:xfrm>
            <a:off x="628650" y="829648"/>
            <a:ext cx="7886700" cy="2676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ntent">
  <p:cSld name="One Content">
    <p:spTree>
      <p:nvGrpSpPr>
        <p:cNvPr id="107" name="Shape 107"/>
        <p:cNvGrpSpPr/>
        <p:nvPr/>
      </p:nvGrpSpPr>
      <p:grpSpPr>
        <a:xfrm>
          <a:off x="0" y="0"/>
          <a:ext cx="0" cy="0"/>
          <a:chOff x="0" y="0"/>
          <a:chExt cx="0" cy="0"/>
        </a:xfrm>
      </p:grpSpPr>
      <p:sp>
        <p:nvSpPr>
          <p:cNvPr id="108" name="Google Shape;108;p15"/>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5"/>
          <p:cNvSpPr txBox="1"/>
          <p:nvPr>
            <p:ph idx="1" type="body"/>
          </p:nvPr>
        </p:nvSpPr>
        <p:spPr>
          <a:xfrm>
            <a:off x="4629150" y="1369219"/>
            <a:ext cx="3886200" cy="28445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0" name="Google Shape;110;p15"/>
          <p:cNvSpPr txBox="1"/>
          <p:nvPr>
            <p:ph idx="2" type="body"/>
          </p:nvPr>
        </p:nvSpPr>
        <p:spPr>
          <a:xfrm>
            <a:off x="628650" y="1369219"/>
            <a:ext cx="3886200" cy="28444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1" name="Google Shape;111;p15"/>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12" name="Google Shape;112;p15"/>
          <p:cNvSpPr txBox="1"/>
          <p:nvPr>
            <p:ph idx="3"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13" name="Shape 113"/>
        <p:cNvGrpSpPr/>
        <p:nvPr/>
      </p:nvGrpSpPr>
      <p:grpSpPr>
        <a:xfrm>
          <a:off x="0" y="0"/>
          <a:ext cx="0" cy="0"/>
          <a:chOff x="0" y="0"/>
          <a:chExt cx="0" cy="0"/>
        </a:xfrm>
      </p:grpSpPr>
      <p:sp>
        <p:nvSpPr>
          <p:cNvPr id="114" name="Google Shape;114;p16"/>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6"/>
          <p:cNvSpPr txBox="1"/>
          <p:nvPr>
            <p:ph idx="1" type="body"/>
          </p:nvPr>
        </p:nvSpPr>
        <p:spPr>
          <a:xfrm>
            <a:off x="4629150" y="2844601"/>
            <a:ext cx="3886200" cy="13691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6" name="Google Shape;116;p16"/>
          <p:cNvSpPr txBox="1"/>
          <p:nvPr>
            <p:ph idx="2" type="body"/>
          </p:nvPr>
        </p:nvSpPr>
        <p:spPr>
          <a:xfrm>
            <a:off x="628650" y="1369219"/>
            <a:ext cx="3886200" cy="28444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7" name="Google Shape;117;p16"/>
          <p:cNvSpPr txBox="1"/>
          <p:nvPr>
            <p:ph idx="3" type="body"/>
          </p:nvPr>
        </p:nvSpPr>
        <p:spPr>
          <a:xfrm>
            <a:off x="4629150" y="1369219"/>
            <a:ext cx="3886200" cy="13691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8" name="Google Shape;118;p16"/>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19" name="Google Shape;119;p16"/>
          <p:cNvSpPr txBox="1"/>
          <p:nvPr>
            <p:ph idx="4"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0" name="Shape 120"/>
        <p:cNvGrpSpPr/>
        <p:nvPr/>
      </p:nvGrpSpPr>
      <p:grpSpPr>
        <a:xfrm>
          <a:off x="0" y="0"/>
          <a:ext cx="0" cy="0"/>
          <a:chOff x="0" y="0"/>
          <a:chExt cx="0" cy="0"/>
        </a:xfrm>
      </p:grpSpPr>
      <p:sp>
        <p:nvSpPr>
          <p:cNvPr id="121" name="Google Shape;121;p17"/>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7"/>
          <p:cNvSpPr txBox="1"/>
          <p:nvPr>
            <p:ph idx="1" type="body"/>
          </p:nvPr>
        </p:nvSpPr>
        <p:spPr>
          <a:xfrm>
            <a:off x="4629150" y="2128102"/>
            <a:ext cx="3886200" cy="20856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3" name="Google Shape;123;p17"/>
          <p:cNvSpPr txBox="1"/>
          <p:nvPr>
            <p:ph idx="2" type="body"/>
          </p:nvPr>
        </p:nvSpPr>
        <p:spPr>
          <a:xfrm>
            <a:off x="628650" y="1369219"/>
            <a:ext cx="3886200" cy="28444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4" name="Google Shape;124;p17"/>
          <p:cNvSpPr txBox="1"/>
          <p:nvPr>
            <p:ph idx="3" type="body"/>
          </p:nvPr>
        </p:nvSpPr>
        <p:spPr>
          <a:xfrm>
            <a:off x="4629150" y="1369219"/>
            <a:ext cx="3886200" cy="75888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500"/>
              <a:buNone/>
              <a:defRPr sz="1500"/>
            </a:lvl1pPr>
            <a:lvl2pPr indent="-314325" lvl="1" marL="914400" algn="l">
              <a:lnSpc>
                <a:spcPct val="90000"/>
              </a:lnSpc>
              <a:spcBef>
                <a:spcPts val="375"/>
              </a:spcBef>
              <a:spcAft>
                <a:spcPts val="0"/>
              </a:spcAft>
              <a:buSzPts val="1350"/>
              <a:buChar char="-"/>
              <a:defRPr sz="1350"/>
            </a:lvl2pPr>
            <a:lvl3pPr indent="-314325" lvl="2" marL="1371600" algn="l">
              <a:lnSpc>
                <a:spcPct val="90000"/>
              </a:lnSpc>
              <a:spcBef>
                <a:spcPts val="375"/>
              </a:spcBef>
              <a:spcAft>
                <a:spcPts val="0"/>
              </a:spcAft>
              <a:buSzPts val="1350"/>
              <a:buChar char="•"/>
              <a:defRPr sz="1350"/>
            </a:lvl3pPr>
            <a:lvl4pPr indent="-314325" lvl="3" marL="1828800" algn="l">
              <a:lnSpc>
                <a:spcPct val="90000"/>
              </a:lnSpc>
              <a:spcBef>
                <a:spcPts val="375"/>
              </a:spcBef>
              <a:spcAft>
                <a:spcPts val="0"/>
              </a:spcAft>
              <a:buSzPts val="1350"/>
              <a:buChar char="▪"/>
              <a:defRPr sz="1350"/>
            </a:lvl4pPr>
            <a:lvl5pPr indent="-314325" lvl="4" marL="2286000" algn="l">
              <a:lnSpc>
                <a:spcPct val="90000"/>
              </a:lnSpc>
              <a:spcBef>
                <a:spcPts val="375"/>
              </a:spcBef>
              <a:spcAft>
                <a:spcPts val="0"/>
              </a:spcAft>
              <a:buSzPts val="1350"/>
              <a:buChar char="o"/>
              <a:defRPr sz="135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5" name="Google Shape;125;p17"/>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26" name="Google Shape;126;p17"/>
          <p:cNvSpPr txBox="1"/>
          <p:nvPr>
            <p:ph idx="4"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ext, Bullets">
  <p:cSld name="Content, Text, Bullets">
    <p:spTree>
      <p:nvGrpSpPr>
        <p:cNvPr id="127" name="Shape 127"/>
        <p:cNvGrpSpPr/>
        <p:nvPr/>
      </p:nvGrpSpPr>
      <p:grpSpPr>
        <a:xfrm>
          <a:off x="0" y="0"/>
          <a:ext cx="0" cy="0"/>
          <a:chOff x="0" y="0"/>
          <a:chExt cx="0" cy="0"/>
        </a:xfrm>
      </p:grpSpPr>
      <p:sp>
        <p:nvSpPr>
          <p:cNvPr id="128" name="Google Shape;128;p18"/>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8"/>
          <p:cNvSpPr txBox="1"/>
          <p:nvPr>
            <p:ph idx="1" type="body"/>
          </p:nvPr>
        </p:nvSpPr>
        <p:spPr>
          <a:xfrm>
            <a:off x="628650" y="1361923"/>
            <a:ext cx="3886200" cy="285169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0" name="Google Shape;130;p18"/>
          <p:cNvSpPr txBox="1"/>
          <p:nvPr>
            <p:ph idx="2" type="body"/>
          </p:nvPr>
        </p:nvSpPr>
        <p:spPr>
          <a:xfrm>
            <a:off x="4629150" y="2128101"/>
            <a:ext cx="3886200" cy="208552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1" name="Google Shape;131;p18"/>
          <p:cNvSpPr txBox="1"/>
          <p:nvPr>
            <p:ph idx="3" type="body"/>
          </p:nvPr>
        </p:nvSpPr>
        <p:spPr>
          <a:xfrm>
            <a:off x="4629150" y="1369219"/>
            <a:ext cx="3886200" cy="75888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500"/>
              <a:buNone/>
              <a:defRPr sz="1500"/>
            </a:lvl1pPr>
            <a:lvl2pPr indent="-314325" lvl="1" marL="914400" algn="l">
              <a:lnSpc>
                <a:spcPct val="90000"/>
              </a:lnSpc>
              <a:spcBef>
                <a:spcPts val="375"/>
              </a:spcBef>
              <a:spcAft>
                <a:spcPts val="0"/>
              </a:spcAft>
              <a:buSzPts val="1350"/>
              <a:buChar char="-"/>
              <a:defRPr sz="1350"/>
            </a:lvl2pPr>
            <a:lvl3pPr indent="-314325" lvl="2" marL="1371600" algn="l">
              <a:lnSpc>
                <a:spcPct val="90000"/>
              </a:lnSpc>
              <a:spcBef>
                <a:spcPts val="375"/>
              </a:spcBef>
              <a:spcAft>
                <a:spcPts val="0"/>
              </a:spcAft>
              <a:buSzPts val="1350"/>
              <a:buChar char="•"/>
              <a:defRPr sz="1350"/>
            </a:lvl3pPr>
            <a:lvl4pPr indent="-314325" lvl="3" marL="1828800" algn="l">
              <a:lnSpc>
                <a:spcPct val="90000"/>
              </a:lnSpc>
              <a:spcBef>
                <a:spcPts val="375"/>
              </a:spcBef>
              <a:spcAft>
                <a:spcPts val="0"/>
              </a:spcAft>
              <a:buSzPts val="1350"/>
              <a:buChar char="▪"/>
              <a:defRPr sz="1350"/>
            </a:lvl4pPr>
            <a:lvl5pPr indent="-314325" lvl="4" marL="2286000" algn="l">
              <a:lnSpc>
                <a:spcPct val="90000"/>
              </a:lnSpc>
              <a:spcBef>
                <a:spcPts val="375"/>
              </a:spcBef>
              <a:spcAft>
                <a:spcPts val="0"/>
              </a:spcAft>
              <a:buSzPts val="1350"/>
              <a:buChar char="o"/>
              <a:defRPr sz="135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2" name="Google Shape;132;p18"/>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33" name="Google Shape;133;p18"/>
          <p:cNvSpPr txBox="1"/>
          <p:nvPr>
            <p:ph idx="4"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134" name="Shape 134"/>
        <p:cNvGrpSpPr/>
        <p:nvPr/>
      </p:nvGrpSpPr>
      <p:grpSpPr>
        <a:xfrm>
          <a:off x="0" y="0"/>
          <a:ext cx="0" cy="0"/>
          <a:chOff x="0" y="0"/>
          <a:chExt cx="0" cy="0"/>
        </a:xfrm>
      </p:grpSpPr>
      <p:sp>
        <p:nvSpPr>
          <p:cNvPr id="135" name="Google Shape;135;p19"/>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9"/>
          <p:cNvSpPr txBox="1"/>
          <p:nvPr>
            <p:ph idx="1" type="body"/>
          </p:nvPr>
        </p:nvSpPr>
        <p:spPr>
          <a:xfrm>
            <a:off x="4629150" y="2855320"/>
            <a:ext cx="3886200" cy="13584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7" name="Google Shape;137;p19"/>
          <p:cNvSpPr txBox="1"/>
          <p:nvPr>
            <p:ph idx="2" type="body"/>
          </p:nvPr>
        </p:nvSpPr>
        <p:spPr>
          <a:xfrm>
            <a:off x="628650" y="1369219"/>
            <a:ext cx="3886200" cy="137502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8" name="Google Shape;138;p19"/>
          <p:cNvSpPr txBox="1"/>
          <p:nvPr>
            <p:ph idx="3" type="body"/>
          </p:nvPr>
        </p:nvSpPr>
        <p:spPr>
          <a:xfrm>
            <a:off x="4629150" y="1385779"/>
            <a:ext cx="3886200" cy="13584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9" name="Google Shape;139;p19"/>
          <p:cNvSpPr txBox="1"/>
          <p:nvPr>
            <p:ph idx="4" type="body"/>
          </p:nvPr>
        </p:nvSpPr>
        <p:spPr>
          <a:xfrm>
            <a:off x="628650" y="2855320"/>
            <a:ext cx="3886200" cy="13584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900"/>
              <a:buNone/>
              <a:defRPr i="1" sz="900"/>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0" name="Google Shape;140;p19"/>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41" name="Google Shape;141;p19"/>
          <p:cNvSpPr txBox="1"/>
          <p:nvPr>
            <p:ph idx="5"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142" name="Shape 142"/>
        <p:cNvGrpSpPr/>
        <p:nvPr/>
      </p:nvGrpSpPr>
      <p:grpSpPr>
        <a:xfrm>
          <a:off x="0" y="0"/>
          <a:ext cx="0" cy="0"/>
          <a:chOff x="0" y="0"/>
          <a:chExt cx="0" cy="0"/>
        </a:xfrm>
      </p:grpSpPr>
      <p:sp>
        <p:nvSpPr>
          <p:cNvPr id="143" name="Google Shape;143;p20"/>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0"/>
          <p:cNvSpPr txBox="1"/>
          <p:nvPr>
            <p:ph idx="1" type="body"/>
          </p:nvPr>
        </p:nvSpPr>
        <p:spPr>
          <a:xfrm>
            <a:off x="628651" y="1369219"/>
            <a:ext cx="3019523" cy="28444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5" name="Google Shape;145;p20"/>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46" name="Google Shape;146;p20"/>
          <p:cNvSpPr txBox="1"/>
          <p:nvPr>
            <p:ph idx="2"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with Caption">
  <p:cSld name="Photo with Caption">
    <p:spTree>
      <p:nvGrpSpPr>
        <p:cNvPr id="147" name="Shape 147"/>
        <p:cNvGrpSpPr/>
        <p:nvPr/>
      </p:nvGrpSpPr>
      <p:grpSpPr>
        <a:xfrm>
          <a:off x="0" y="0"/>
          <a:ext cx="0" cy="0"/>
          <a:chOff x="0" y="0"/>
          <a:chExt cx="0" cy="0"/>
        </a:xfrm>
      </p:grpSpPr>
      <p:sp>
        <p:nvSpPr>
          <p:cNvPr id="148" name="Google Shape;148;p21"/>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21"/>
          <p:cNvSpPr txBox="1"/>
          <p:nvPr>
            <p:ph idx="1" type="body"/>
          </p:nvPr>
        </p:nvSpPr>
        <p:spPr>
          <a:xfrm>
            <a:off x="4629150" y="1369219"/>
            <a:ext cx="3886200" cy="28444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0" name="Google Shape;150;p21"/>
          <p:cNvSpPr txBox="1"/>
          <p:nvPr>
            <p:ph idx="2" type="body"/>
          </p:nvPr>
        </p:nvSpPr>
        <p:spPr>
          <a:xfrm>
            <a:off x="628650" y="3591613"/>
            <a:ext cx="3886200" cy="62201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500"/>
              <a:buNone/>
              <a:defRPr sz="1500"/>
            </a:lvl1pPr>
            <a:lvl2pPr indent="-314325" lvl="1" marL="914400" algn="l">
              <a:lnSpc>
                <a:spcPct val="90000"/>
              </a:lnSpc>
              <a:spcBef>
                <a:spcPts val="375"/>
              </a:spcBef>
              <a:spcAft>
                <a:spcPts val="0"/>
              </a:spcAft>
              <a:buSzPts val="1350"/>
              <a:buChar char="-"/>
              <a:defRPr sz="1350"/>
            </a:lvl2pPr>
            <a:lvl3pPr indent="-314325" lvl="2" marL="1371600" algn="l">
              <a:lnSpc>
                <a:spcPct val="90000"/>
              </a:lnSpc>
              <a:spcBef>
                <a:spcPts val="375"/>
              </a:spcBef>
              <a:spcAft>
                <a:spcPts val="0"/>
              </a:spcAft>
              <a:buSzPts val="1350"/>
              <a:buChar char="•"/>
              <a:defRPr sz="1350"/>
            </a:lvl3pPr>
            <a:lvl4pPr indent="-314325" lvl="3" marL="1828800" algn="l">
              <a:lnSpc>
                <a:spcPct val="90000"/>
              </a:lnSpc>
              <a:spcBef>
                <a:spcPts val="375"/>
              </a:spcBef>
              <a:spcAft>
                <a:spcPts val="0"/>
              </a:spcAft>
              <a:buSzPts val="1350"/>
              <a:buChar char="▪"/>
              <a:defRPr sz="1350"/>
            </a:lvl4pPr>
            <a:lvl5pPr indent="-314325" lvl="4" marL="2286000" algn="l">
              <a:lnSpc>
                <a:spcPct val="90000"/>
              </a:lnSpc>
              <a:spcBef>
                <a:spcPts val="375"/>
              </a:spcBef>
              <a:spcAft>
                <a:spcPts val="0"/>
              </a:spcAft>
              <a:buSzPts val="1350"/>
              <a:buChar char="o"/>
              <a:defRPr sz="135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1" name="Google Shape;151;p21"/>
          <p:cNvSpPr/>
          <p:nvPr>
            <p:ph idx="3" type="pic"/>
          </p:nvPr>
        </p:nvSpPr>
        <p:spPr>
          <a:xfrm>
            <a:off x="628650" y="1369219"/>
            <a:ext cx="3886200" cy="222239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750"/>
              </a:spcBef>
              <a:spcAft>
                <a:spcPts val="0"/>
              </a:spcAft>
              <a:buClr>
                <a:srgbClr val="0066A1"/>
              </a:buClr>
              <a:buSzPts val="900"/>
              <a:buFont typeface="Merriweather Sans"/>
              <a:buNone/>
              <a:defRPr b="0" i="1" sz="9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2" name="Google Shape;152;p21"/>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53" name="Google Shape;153;p21"/>
          <p:cNvSpPr txBox="1"/>
          <p:nvPr>
            <p:ph idx="4"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4" name="Shape 154"/>
        <p:cNvGrpSpPr/>
        <p:nvPr/>
      </p:nvGrpSpPr>
      <p:grpSpPr>
        <a:xfrm>
          <a:off x="0" y="0"/>
          <a:ext cx="0" cy="0"/>
          <a:chOff x="0" y="0"/>
          <a:chExt cx="0" cy="0"/>
        </a:xfrm>
      </p:grpSpPr>
      <p:sp>
        <p:nvSpPr>
          <p:cNvPr id="155" name="Google Shape;155;p22"/>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ullets">
  <p:cSld name="Text, Bullets">
    <p:spTree>
      <p:nvGrpSpPr>
        <p:cNvPr id="156" name="Shape 156"/>
        <p:cNvGrpSpPr/>
        <p:nvPr/>
      </p:nvGrpSpPr>
      <p:grpSpPr>
        <a:xfrm>
          <a:off x="0" y="0"/>
          <a:ext cx="0" cy="0"/>
          <a:chOff x="0" y="0"/>
          <a:chExt cx="0" cy="0"/>
        </a:xfrm>
      </p:grpSpPr>
      <p:sp>
        <p:nvSpPr>
          <p:cNvPr id="157" name="Google Shape;157;p23"/>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23"/>
          <p:cNvSpPr txBox="1"/>
          <p:nvPr>
            <p:ph idx="1" type="body"/>
          </p:nvPr>
        </p:nvSpPr>
        <p:spPr>
          <a:xfrm>
            <a:off x="628650" y="2128100"/>
            <a:ext cx="7886700" cy="160491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9" name="Google Shape;159;p23"/>
          <p:cNvSpPr txBox="1"/>
          <p:nvPr>
            <p:ph idx="2" type="body"/>
          </p:nvPr>
        </p:nvSpPr>
        <p:spPr>
          <a:xfrm>
            <a:off x="628650" y="1369219"/>
            <a:ext cx="7886700" cy="7588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1500"/>
              <a:buNone/>
              <a:defRPr sz="1500"/>
            </a:lvl1pPr>
            <a:lvl2pPr indent="-314325" lvl="1" marL="914400" algn="l">
              <a:lnSpc>
                <a:spcPct val="90000"/>
              </a:lnSpc>
              <a:spcBef>
                <a:spcPts val="375"/>
              </a:spcBef>
              <a:spcAft>
                <a:spcPts val="0"/>
              </a:spcAft>
              <a:buSzPts val="1350"/>
              <a:buChar char="-"/>
              <a:defRPr sz="1350"/>
            </a:lvl2pPr>
            <a:lvl3pPr indent="-314325" lvl="2" marL="1371600" algn="l">
              <a:lnSpc>
                <a:spcPct val="90000"/>
              </a:lnSpc>
              <a:spcBef>
                <a:spcPts val="375"/>
              </a:spcBef>
              <a:spcAft>
                <a:spcPts val="0"/>
              </a:spcAft>
              <a:buSzPts val="1350"/>
              <a:buChar char="•"/>
              <a:defRPr sz="1350"/>
            </a:lvl3pPr>
            <a:lvl4pPr indent="-314325" lvl="3" marL="1828800" algn="l">
              <a:lnSpc>
                <a:spcPct val="90000"/>
              </a:lnSpc>
              <a:spcBef>
                <a:spcPts val="375"/>
              </a:spcBef>
              <a:spcAft>
                <a:spcPts val="0"/>
              </a:spcAft>
              <a:buSzPts val="1350"/>
              <a:buChar char="▪"/>
              <a:defRPr sz="1350"/>
            </a:lvl4pPr>
            <a:lvl5pPr indent="-314325" lvl="4" marL="2286000" algn="l">
              <a:lnSpc>
                <a:spcPct val="90000"/>
              </a:lnSpc>
              <a:spcBef>
                <a:spcPts val="375"/>
              </a:spcBef>
              <a:spcAft>
                <a:spcPts val="0"/>
              </a:spcAft>
              <a:buSzPts val="1350"/>
              <a:buChar char="o"/>
              <a:defRPr sz="135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0" name="Google Shape;160;p23"/>
          <p:cNvSpPr txBox="1"/>
          <p:nvPr>
            <p:ph idx="3" type="body"/>
          </p:nvPr>
        </p:nvSpPr>
        <p:spPr>
          <a:xfrm>
            <a:off x="628650" y="3733015"/>
            <a:ext cx="7886700" cy="49716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1500"/>
              <a:buNone/>
              <a:defRPr b="1" i="1" sz="1500">
                <a:solidFill>
                  <a:srgbClr val="0066A1"/>
                </a:solidFill>
              </a:defRPr>
            </a:lvl1pPr>
            <a:lvl2pPr indent="-314325" lvl="1" marL="914400" algn="l">
              <a:lnSpc>
                <a:spcPct val="90000"/>
              </a:lnSpc>
              <a:spcBef>
                <a:spcPts val="375"/>
              </a:spcBef>
              <a:spcAft>
                <a:spcPts val="0"/>
              </a:spcAft>
              <a:buSzPts val="1350"/>
              <a:buChar char="-"/>
              <a:defRPr sz="1350"/>
            </a:lvl2pPr>
            <a:lvl3pPr indent="-314325" lvl="2" marL="1371600" algn="l">
              <a:lnSpc>
                <a:spcPct val="90000"/>
              </a:lnSpc>
              <a:spcBef>
                <a:spcPts val="375"/>
              </a:spcBef>
              <a:spcAft>
                <a:spcPts val="0"/>
              </a:spcAft>
              <a:buSzPts val="1350"/>
              <a:buChar char="•"/>
              <a:defRPr sz="1350"/>
            </a:lvl3pPr>
            <a:lvl4pPr indent="-314325" lvl="3" marL="1828800" algn="l">
              <a:lnSpc>
                <a:spcPct val="90000"/>
              </a:lnSpc>
              <a:spcBef>
                <a:spcPts val="375"/>
              </a:spcBef>
              <a:spcAft>
                <a:spcPts val="0"/>
              </a:spcAft>
              <a:buSzPts val="1350"/>
              <a:buChar char="▪"/>
              <a:defRPr sz="1350"/>
            </a:lvl4pPr>
            <a:lvl5pPr indent="-314325" lvl="4" marL="2286000" algn="l">
              <a:lnSpc>
                <a:spcPct val="90000"/>
              </a:lnSpc>
              <a:spcBef>
                <a:spcPts val="375"/>
              </a:spcBef>
              <a:spcAft>
                <a:spcPts val="0"/>
              </a:spcAft>
              <a:buSzPts val="1350"/>
              <a:buChar char="o"/>
              <a:defRPr sz="135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1" name="Google Shape;161;p23"/>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62" name="Google Shape;162;p23"/>
          <p:cNvSpPr txBox="1"/>
          <p:nvPr>
            <p:ph idx="4"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ullets, Content">
  <p:cSld name="Text, Bullets, Content">
    <p:spTree>
      <p:nvGrpSpPr>
        <p:cNvPr id="163" name="Shape 163"/>
        <p:cNvGrpSpPr/>
        <p:nvPr/>
      </p:nvGrpSpPr>
      <p:grpSpPr>
        <a:xfrm>
          <a:off x="0" y="0"/>
          <a:ext cx="0" cy="0"/>
          <a:chOff x="0" y="0"/>
          <a:chExt cx="0" cy="0"/>
        </a:xfrm>
      </p:grpSpPr>
      <p:sp>
        <p:nvSpPr>
          <p:cNvPr id="164" name="Google Shape;164;p24"/>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24"/>
          <p:cNvSpPr txBox="1"/>
          <p:nvPr>
            <p:ph idx="1" type="body"/>
          </p:nvPr>
        </p:nvSpPr>
        <p:spPr>
          <a:xfrm>
            <a:off x="628650" y="3004794"/>
            <a:ext cx="3886200" cy="120882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6" name="Google Shape;166;p24"/>
          <p:cNvSpPr txBox="1"/>
          <p:nvPr>
            <p:ph idx="2" type="body"/>
          </p:nvPr>
        </p:nvSpPr>
        <p:spPr>
          <a:xfrm>
            <a:off x="628650" y="1369219"/>
            <a:ext cx="7886700" cy="155642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1500"/>
              <a:buNone/>
              <a:defRPr sz="1500"/>
            </a:lvl1pPr>
            <a:lvl2pPr indent="-314325" lvl="1" marL="914400" algn="l">
              <a:lnSpc>
                <a:spcPct val="90000"/>
              </a:lnSpc>
              <a:spcBef>
                <a:spcPts val="375"/>
              </a:spcBef>
              <a:spcAft>
                <a:spcPts val="0"/>
              </a:spcAft>
              <a:buSzPts val="1350"/>
              <a:buChar char="-"/>
              <a:defRPr sz="1350"/>
            </a:lvl2pPr>
            <a:lvl3pPr indent="-314325" lvl="2" marL="1371600" algn="l">
              <a:lnSpc>
                <a:spcPct val="90000"/>
              </a:lnSpc>
              <a:spcBef>
                <a:spcPts val="375"/>
              </a:spcBef>
              <a:spcAft>
                <a:spcPts val="0"/>
              </a:spcAft>
              <a:buSzPts val="1350"/>
              <a:buChar char="•"/>
              <a:defRPr sz="1350"/>
            </a:lvl3pPr>
            <a:lvl4pPr indent="-314325" lvl="3" marL="1828800" algn="l">
              <a:lnSpc>
                <a:spcPct val="90000"/>
              </a:lnSpc>
              <a:spcBef>
                <a:spcPts val="375"/>
              </a:spcBef>
              <a:spcAft>
                <a:spcPts val="0"/>
              </a:spcAft>
              <a:buSzPts val="1350"/>
              <a:buChar char="▪"/>
              <a:defRPr sz="1350"/>
            </a:lvl4pPr>
            <a:lvl5pPr indent="-314325" lvl="4" marL="2286000" algn="l">
              <a:lnSpc>
                <a:spcPct val="90000"/>
              </a:lnSpc>
              <a:spcBef>
                <a:spcPts val="375"/>
              </a:spcBef>
              <a:spcAft>
                <a:spcPts val="0"/>
              </a:spcAft>
              <a:buSzPts val="1350"/>
              <a:buChar char="o"/>
              <a:defRPr sz="135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7" name="Google Shape;167;p24"/>
          <p:cNvSpPr/>
          <p:nvPr>
            <p:ph idx="3" type="pic"/>
          </p:nvPr>
        </p:nvSpPr>
        <p:spPr>
          <a:xfrm>
            <a:off x="4629150" y="3004793"/>
            <a:ext cx="3886200" cy="120882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750"/>
              </a:spcBef>
              <a:spcAft>
                <a:spcPts val="0"/>
              </a:spcAft>
              <a:buClr>
                <a:srgbClr val="0066A1"/>
              </a:buClr>
              <a:buSzPts val="900"/>
              <a:buFont typeface="Merriweather Sans"/>
              <a:buNone/>
              <a:defRPr b="0" i="1" sz="9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8" name="Google Shape;168;p24"/>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69" name="Google Shape;169;p24"/>
          <p:cNvSpPr txBox="1"/>
          <p:nvPr>
            <p:ph idx="4"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nd Image">
  <p:cSld name="Bullets and Image">
    <p:spTree>
      <p:nvGrpSpPr>
        <p:cNvPr id="170" name="Shape 170"/>
        <p:cNvGrpSpPr/>
        <p:nvPr/>
      </p:nvGrpSpPr>
      <p:grpSpPr>
        <a:xfrm>
          <a:off x="0" y="0"/>
          <a:ext cx="0" cy="0"/>
          <a:chOff x="0" y="0"/>
          <a:chExt cx="0" cy="0"/>
        </a:xfrm>
      </p:grpSpPr>
      <p:sp>
        <p:nvSpPr>
          <p:cNvPr id="171" name="Google Shape;171;p25"/>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66A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25"/>
          <p:cNvSpPr txBox="1"/>
          <p:nvPr>
            <p:ph idx="1" type="body"/>
          </p:nvPr>
        </p:nvSpPr>
        <p:spPr>
          <a:xfrm>
            <a:off x="628650" y="1369218"/>
            <a:ext cx="4970872" cy="216583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SzPts val="1800"/>
              <a:buChar char="▸"/>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3" name="Google Shape;173;p25"/>
          <p:cNvSpPr txBox="1"/>
          <p:nvPr>
            <p:ph idx="2" type="body"/>
          </p:nvPr>
        </p:nvSpPr>
        <p:spPr>
          <a:xfrm>
            <a:off x="628650" y="3535051"/>
            <a:ext cx="4970872" cy="6785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SzPts val="1500"/>
              <a:buNone/>
              <a:defRPr b="1" sz="1500">
                <a:solidFill>
                  <a:srgbClr val="0066A1"/>
                </a:solidFill>
              </a:defRPr>
            </a:lvl1pPr>
            <a:lvl2pPr indent="-314325" lvl="1" marL="914400" algn="l">
              <a:lnSpc>
                <a:spcPct val="90000"/>
              </a:lnSpc>
              <a:spcBef>
                <a:spcPts val="375"/>
              </a:spcBef>
              <a:spcAft>
                <a:spcPts val="0"/>
              </a:spcAft>
              <a:buSzPts val="1350"/>
              <a:buChar char="-"/>
              <a:defRPr sz="1350"/>
            </a:lvl2pPr>
            <a:lvl3pPr indent="-314325" lvl="2" marL="1371600" algn="l">
              <a:lnSpc>
                <a:spcPct val="90000"/>
              </a:lnSpc>
              <a:spcBef>
                <a:spcPts val="375"/>
              </a:spcBef>
              <a:spcAft>
                <a:spcPts val="0"/>
              </a:spcAft>
              <a:buSzPts val="1350"/>
              <a:buChar char="•"/>
              <a:defRPr sz="1350"/>
            </a:lvl3pPr>
            <a:lvl4pPr indent="-314325" lvl="3" marL="1828800" algn="l">
              <a:lnSpc>
                <a:spcPct val="90000"/>
              </a:lnSpc>
              <a:spcBef>
                <a:spcPts val="375"/>
              </a:spcBef>
              <a:spcAft>
                <a:spcPts val="0"/>
              </a:spcAft>
              <a:buSzPts val="1350"/>
              <a:buChar char="▪"/>
              <a:defRPr sz="1350"/>
            </a:lvl4pPr>
            <a:lvl5pPr indent="-314325" lvl="4" marL="2286000" algn="l">
              <a:lnSpc>
                <a:spcPct val="90000"/>
              </a:lnSpc>
              <a:spcBef>
                <a:spcPts val="375"/>
              </a:spcBef>
              <a:spcAft>
                <a:spcPts val="0"/>
              </a:spcAft>
              <a:buSzPts val="1350"/>
              <a:buChar char="o"/>
              <a:defRPr sz="135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4" name="Google Shape;174;p25"/>
          <p:cNvSpPr/>
          <p:nvPr>
            <p:ph idx="3" type="pic"/>
          </p:nvPr>
        </p:nvSpPr>
        <p:spPr>
          <a:xfrm>
            <a:off x="5712643" y="1369219"/>
            <a:ext cx="2802707" cy="2844404"/>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750"/>
              </a:spcBef>
              <a:spcAft>
                <a:spcPts val="0"/>
              </a:spcAft>
              <a:buClr>
                <a:srgbClr val="0066A1"/>
              </a:buClr>
              <a:buSzPts val="900"/>
              <a:buFont typeface="Merriweather Sans"/>
              <a:buNone/>
              <a:defRPr b="0" i="1" sz="9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5" name="Google Shape;175;p25"/>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AR"/>
              <a:t>‹#›</a:t>
            </a:fld>
            <a:endParaRPr/>
          </a:p>
        </p:txBody>
      </p:sp>
      <p:sp>
        <p:nvSpPr>
          <p:cNvPr id="176" name="Google Shape;176;p25"/>
          <p:cNvSpPr txBox="1"/>
          <p:nvPr>
            <p:ph idx="4" type="body"/>
          </p:nvPr>
        </p:nvSpPr>
        <p:spPr>
          <a:xfrm>
            <a:off x="628650" y="829648"/>
            <a:ext cx="7886700" cy="2676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SzPts val="1800"/>
              <a:buNone/>
              <a:defRPr b="1" i="1" sz="1800">
                <a:solidFill>
                  <a:srgbClr val="7F7F7F"/>
                </a:solidFill>
              </a:defRPr>
            </a:lvl1pPr>
            <a:lvl2pPr indent="-342900" lvl="1" marL="914400" algn="l">
              <a:lnSpc>
                <a:spcPct val="90000"/>
              </a:lnSpc>
              <a:spcBef>
                <a:spcPts val="375"/>
              </a:spcBef>
              <a:spcAft>
                <a:spcPts val="0"/>
              </a:spcAft>
              <a:buSzPts val="1800"/>
              <a:buChar char="-"/>
              <a:defRPr/>
            </a:lvl2pPr>
            <a:lvl3pPr indent="-342900" lvl="2" marL="1371600" algn="l">
              <a:lnSpc>
                <a:spcPct val="90000"/>
              </a:lnSpc>
              <a:spcBef>
                <a:spcPts val="375"/>
              </a:spcBef>
              <a:spcAft>
                <a:spcPts val="0"/>
              </a:spcAft>
              <a:buSzPts val="1800"/>
              <a:buChar char="•"/>
              <a:defRPr/>
            </a:lvl3pPr>
            <a:lvl4pPr indent="-342900" lvl="3" marL="1828800" algn="l">
              <a:lnSpc>
                <a:spcPct val="90000"/>
              </a:lnSpc>
              <a:spcBef>
                <a:spcPts val="375"/>
              </a:spcBef>
              <a:spcAft>
                <a:spcPts val="0"/>
              </a:spcAft>
              <a:buSzPts val="1800"/>
              <a:buChar char="▪"/>
              <a:defRPr/>
            </a:lvl4pPr>
            <a:lvl5pPr indent="-342900" lvl="4" marL="2286000" algn="l">
              <a:lnSpc>
                <a:spcPct val="90000"/>
              </a:lnSpc>
              <a:spcBef>
                <a:spcPts val="375"/>
              </a:spcBef>
              <a:spcAft>
                <a:spcPts val="0"/>
              </a:spcAft>
              <a:buSzPts val="1800"/>
              <a:buChar char="o"/>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11" Type="http://schemas.openxmlformats.org/officeDocument/2006/relationships/slideLayout" Target="../slideLayouts/slideLayout9.xml"/><Relationship Id="rId22" Type="http://schemas.openxmlformats.org/officeDocument/2006/relationships/slideLayout" Target="../slideLayouts/slideLayout20.xml"/><Relationship Id="rId10" Type="http://schemas.openxmlformats.org/officeDocument/2006/relationships/slideLayout" Target="../slideLayouts/slideLayout8.xml"/><Relationship Id="rId21" Type="http://schemas.openxmlformats.org/officeDocument/2006/relationships/slideLayout" Target="../slideLayouts/slideLayout19.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23" Type="http://schemas.openxmlformats.org/officeDocument/2006/relationships/theme" Target="../theme/theme1.xml"/><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0066A1"/>
              </a:buClr>
              <a:buSzPts val="2550"/>
              <a:buFont typeface="Calibri"/>
              <a:buNone/>
              <a:defRPr b="1" i="0" sz="2550" u="none" cap="none" strike="noStrike">
                <a:solidFill>
                  <a:srgbClr val="0066A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 type="body"/>
          </p:nvPr>
        </p:nvSpPr>
        <p:spPr>
          <a:xfrm>
            <a:off x="628650" y="1071619"/>
            <a:ext cx="7886700" cy="3263504"/>
          </a:xfrm>
          <a:prstGeom prst="rect">
            <a:avLst/>
          </a:prstGeom>
          <a:noFill/>
          <a:ln>
            <a:noFill/>
          </a:ln>
        </p:spPr>
        <p:txBody>
          <a:bodyPr anchorCtr="0" anchor="t" bIns="45700" lIns="91425" spcFirstLastPara="1" rIns="91425" wrap="square" tIns="45700">
            <a:normAutofit/>
          </a:bodyPr>
          <a:lstStyle>
            <a:lvl1pPr indent="-333375" lvl="0" marL="457200" marR="0" rtl="0" algn="l">
              <a:lnSpc>
                <a:spcPct val="90000"/>
              </a:lnSpc>
              <a:spcBef>
                <a:spcPts val="750"/>
              </a:spcBef>
              <a:spcAft>
                <a:spcPts val="0"/>
              </a:spcAft>
              <a:buClr>
                <a:srgbClr val="0066A1"/>
              </a:buClr>
              <a:buSzPts val="1650"/>
              <a:buFont typeface="Merriweather Sans"/>
              <a:buChar char="▸"/>
              <a:defRPr b="0" i="0" sz="1650" u="none" cap="none" strike="noStrike">
                <a:solidFill>
                  <a:schemeClr val="dk1"/>
                </a:solidFill>
                <a:latin typeface="Calibri"/>
                <a:ea typeface="Calibri"/>
                <a:cs typeface="Calibri"/>
                <a:sym typeface="Calibri"/>
              </a:defRPr>
            </a:lvl1pPr>
            <a:lvl2pPr indent="-314325" lvl="1" marL="914400" marR="0" rtl="0" algn="l">
              <a:lnSpc>
                <a:spcPct val="90000"/>
              </a:lnSpc>
              <a:spcBef>
                <a:spcPts val="375"/>
              </a:spcBef>
              <a:spcAft>
                <a:spcPts val="0"/>
              </a:spcAft>
              <a:buClr>
                <a:srgbClr val="0066A1"/>
              </a:buClr>
              <a:buSzPts val="1350"/>
              <a:buFont typeface="Merriweather Sans"/>
              <a:buChar char="-"/>
              <a:defRPr b="0" i="0" sz="1350" u="none" cap="none" strike="noStrike">
                <a:solidFill>
                  <a:schemeClr val="dk1"/>
                </a:solidFill>
                <a:latin typeface="Calibri"/>
                <a:ea typeface="Calibri"/>
                <a:cs typeface="Calibri"/>
                <a:sym typeface="Calibri"/>
              </a:defRPr>
            </a:lvl2pPr>
            <a:lvl3pPr indent="-314325" lvl="2" marL="1371600" marR="0" rtl="0" algn="l">
              <a:lnSpc>
                <a:spcPct val="90000"/>
              </a:lnSpc>
              <a:spcBef>
                <a:spcPts val="375"/>
              </a:spcBef>
              <a:spcAft>
                <a:spcPts val="0"/>
              </a:spcAft>
              <a:buClr>
                <a:srgbClr val="0066A1"/>
              </a:buClr>
              <a:buSzPts val="1350"/>
              <a:buFont typeface="Arial"/>
              <a:buChar char="•"/>
              <a:defRPr b="0" i="0" sz="135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rgbClr val="0066A1"/>
              </a:buClr>
              <a:buSzPts val="1350"/>
              <a:buFont typeface="Noto Sans Symbols"/>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rgbClr val="0066A1"/>
              </a:buClr>
              <a:buSzPts val="1350"/>
              <a:buFont typeface="Courier New"/>
              <a:buChar char="o"/>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5"/>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900" u="none" cap="none" strike="noStrike">
                <a:solidFill>
                  <a:srgbClr val="0066A1"/>
                </a:solidFill>
                <a:latin typeface="Calibri"/>
                <a:ea typeface="Calibri"/>
                <a:cs typeface="Calibri"/>
                <a:sym typeface="Calibri"/>
              </a:defRPr>
            </a:lvl1pPr>
            <a:lvl2pPr indent="0" lvl="1" marL="0" marR="0" rtl="0" algn="l">
              <a:spcBef>
                <a:spcPts val="0"/>
              </a:spcBef>
              <a:buNone/>
              <a:defRPr b="0" i="0" sz="900" u="none" cap="none" strike="noStrike">
                <a:solidFill>
                  <a:srgbClr val="0066A1"/>
                </a:solidFill>
                <a:latin typeface="Calibri"/>
                <a:ea typeface="Calibri"/>
                <a:cs typeface="Calibri"/>
                <a:sym typeface="Calibri"/>
              </a:defRPr>
            </a:lvl2pPr>
            <a:lvl3pPr indent="0" lvl="2" marL="0" marR="0" rtl="0" algn="l">
              <a:spcBef>
                <a:spcPts val="0"/>
              </a:spcBef>
              <a:buNone/>
              <a:defRPr b="0" i="0" sz="900" u="none" cap="none" strike="noStrike">
                <a:solidFill>
                  <a:srgbClr val="0066A1"/>
                </a:solidFill>
                <a:latin typeface="Calibri"/>
                <a:ea typeface="Calibri"/>
                <a:cs typeface="Calibri"/>
                <a:sym typeface="Calibri"/>
              </a:defRPr>
            </a:lvl3pPr>
            <a:lvl4pPr indent="0" lvl="3" marL="0" marR="0" rtl="0" algn="l">
              <a:spcBef>
                <a:spcPts val="0"/>
              </a:spcBef>
              <a:buNone/>
              <a:defRPr b="0" i="0" sz="900" u="none" cap="none" strike="noStrike">
                <a:solidFill>
                  <a:srgbClr val="0066A1"/>
                </a:solidFill>
                <a:latin typeface="Calibri"/>
                <a:ea typeface="Calibri"/>
                <a:cs typeface="Calibri"/>
                <a:sym typeface="Calibri"/>
              </a:defRPr>
            </a:lvl4pPr>
            <a:lvl5pPr indent="0" lvl="4" marL="0" marR="0" rtl="0" algn="l">
              <a:spcBef>
                <a:spcPts val="0"/>
              </a:spcBef>
              <a:buNone/>
              <a:defRPr b="0" i="0" sz="900" u="none" cap="none" strike="noStrike">
                <a:solidFill>
                  <a:srgbClr val="0066A1"/>
                </a:solidFill>
                <a:latin typeface="Calibri"/>
                <a:ea typeface="Calibri"/>
                <a:cs typeface="Calibri"/>
                <a:sym typeface="Calibri"/>
              </a:defRPr>
            </a:lvl5pPr>
            <a:lvl6pPr indent="0" lvl="5" marL="0" marR="0" rtl="0" algn="l">
              <a:spcBef>
                <a:spcPts val="0"/>
              </a:spcBef>
              <a:buNone/>
              <a:defRPr b="0" i="0" sz="900" u="none" cap="none" strike="noStrike">
                <a:solidFill>
                  <a:srgbClr val="0066A1"/>
                </a:solidFill>
                <a:latin typeface="Calibri"/>
                <a:ea typeface="Calibri"/>
                <a:cs typeface="Calibri"/>
                <a:sym typeface="Calibri"/>
              </a:defRPr>
            </a:lvl6pPr>
            <a:lvl7pPr indent="0" lvl="6" marL="0" marR="0" rtl="0" algn="l">
              <a:spcBef>
                <a:spcPts val="0"/>
              </a:spcBef>
              <a:buNone/>
              <a:defRPr b="0" i="0" sz="900" u="none" cap="none" strike="noStrike">
                <a:solidFill>
                  <a:srgbClr val="0066A1"/>
                </a:solidFill>
                <a:latin typeface="Calibri"/>
                <a:ea typeface="Calibri"/>
                <a:cs typeface="Calibri"/>
                <a:sym typeface="Calibri"/>
              </a:defRPr>
            </a:lvl7pPr>
            <a:lvl8pPr indent="0" lvl="7" marL="0" marR="0" rtl="0" algn="l">
              <a:spcBef>
                <a:spcPts val="0"/>
              </a:spcBef>
              <a:buNone/>
              <a:defRPr b="0" i="0" sz="900" u="none" cap="none" strike="noStrike">
                <a:solidFill>
                  <a:srgbClr val="0066A1"/>
                </a:solidFill>
                <a:latin typeface="Calibri"/>
                <a:ea typeface="Calibri"/>
                <a:cs typeface="Calibri"/>
                <a:sym typeface="Calibri"/>
              </a:defRPr>
            </a:lvl8pPr>
            <a:lvl9pPr indent="0" lvl="8" marL="0" marR="0" rtl="0" algn="l">
              <a:spcBef>
                <a:spcPts val="0"/>
              </a:spcBef>
              <a:buNone/>
              <a:defRPr b="0" i="0" sz="900" u="none" cap="none" strike="noStrike">
                <a:solidFill>
                  <a:srgbClr val="0066A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AR"/>
              <a:t>‹#›</a:t>
            </a:fld>
            <a:endParaRPr/>
          </a:p>
        </p:txBody>
      </p:sp>
      <p:pic>
        <p:nvPicPr>
          <p:cNvPr id="13" name="Google Shape;13;p5"/>
          <p:cNvPicPr preferRelativeResize="0"/>
          <p:nvPr/>
        </p:nvPicPr>
        <p:blipFill rotWithShape="1">
          <a:blip r:embed="rId1">
            <a:alphaModFix/>
          </a:blip>
          <a:srcRect b="0" l="0" r="0" t="0"/>
          <a:stretch/>
        </p:blipFill>
        <p:spPr>
          <a:xfrm>
            <a:off x="7613960" y="4267505"/>
            <a:ext cx="1215715" cy="354989"/>
          </a:xfrm>
          <a:prstGeom prst="rect">
            <a:avLst/>
          </a:prstGeom>
          <a:noFill/>
          <a:ln>
            <a:noFill/>
          </a:ln>
        </p:spPr>
      </p:pic>
      <p:pic>
        <p:nvPicPr>
          <p:cNvPr id="14" name="Google Shape;14;p5"/>
          <p:cNvPicPr preferRelativeResize="0"/>
          <p:nvPr/>
        </p:nvPicPr>
        <p:blipFill rotWithShape="1">
          <a:blip r:embed="rId2">
            <a:alphaModFix/>
          </a:blip>
          <a:srcRect b="0" l="1496" r="0" t="9657"/>
          <a:stretch/>
        </p:blipFill>
        <p:spPr>
          <a:xfrm flipH="1" rot="10800000">
            <a:off x="0" y="4502874"/>
            <a:ext cx="9144000" cy="640625"/>
          </a:xfrm>
          <a:prstGeom prst="rect">
            <a:avLst/>
          </a:prstGeom>
          <a:noFill/>
          <a:ln>
            <a:noFill/>
          </a:ln>
        </p:spPr>
      </p:pic>
      <p:pic>
        <p:nvPicPr>
          <p:cNvPr id="15" name="Google Shape;15;p5"/>
          <p:cNvPicPr preferRelativeResize="0"/>
          <p:nvPr/>
        </p:nvPicPr>
        <p:blipFill rotWithShape="1">
          <a:blip r:embed="rId2">
            <a:alphaModFix/>
          </a:blip>
          <a:srcRect b="0" l="1496" r="0" t="9657"/>
          <a:stretch/>
        </p:blipFill>
        <p:spPr>
          <a:xfrm flipH="1">
            <a:off x="0" y="-20993"/>
            <a:ext cx="9144000" cy="6406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jpg"/><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jpg"/><Relationship Id="rId4"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
          <p:cNvSpPr txBox="1"/>
          <p:nvPr>
            <p:ph type="ctrTitle"/>
          </p:nvPr>
        </p:nvSpPr>
        <p:spPr>
          <a:xfrm>
            <a:off x="685800" y="3138060"/>
            <a:ext cx="7772400" cy="52298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66A1"/>
              </a:buClr>
              <a:buSzPts val="2970"/>
              <a:buFont typeface="Calibri"/>
              <a:buNone/>
            </a:pPr>
            <a:r>
              <a:rPr lang="es-AR" sz="2970"/>
              <a:t>ARGENCON 2020</a:t>
            </a:r>
            <a:endParaRPr sz="2970"/>
          </a:p>
        </p:txBody>
      </p:sp>
      <p:sp>
        <p:nvSpPr>
          <p:cNvPr id="183" name="Google Shape;183;p1"/>
          <p:cNvSpPr txBox="1"/>
          <p:nvPr>
            <p:ph idx="1" type="subTitle"/>
          </p:nvPr>
        </p:nvSpPr>
        <p:spPr>
          <a:xfrm>
            <a:off x="685800" y="3730100"/>
            <a:ext cx="7772400" cy="95681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100"/>
              <a:buNone/>
            </a:pPr>
            <a:r>
              <a:rPr lang="es-AR"/>
              <a:t>Sesión de Educación</a:t>
            </a:r>
            <a:endParaRPr/>
          </a:p>
        </p:txBody>
      </p:sp>
      <p:sp>
        <p:nvSpPr>
          <p:cNvPr id="184" name="Google Shape;184;p1"/>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
          <p:cNvSpPr txBox="1"/>
          <p:nvPr>
            <p:ph type="title"/>
          </p:nvPr>
        </p:nvSpPr>
        <p:spPr>
          <a:xfrm>
            <a:off x="623888" y="2447123"/>
            <a:ext cx="7886700" cy="62081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66A1"/>
              </a:buClr>
              <a:buSzPts val="2970"/>
              <a:buFont typeface="Calibri"/>
              <a:buNone/>
            </a:pPr>
            <a:r>
              <a:rPr lang="es-AR" sz="2970"/>
              <a:t>Desarrollo de un Osciloscopio con Realidad Aumentada para un Curso Introductorio de Ingeniería Electrónica</a:t>
            </a:r>
            <a:endParaRPr sz="2970"/>
          </a:p>
        </p:txBody>
      </p:sp>
      <p:sp>
        <p:nvSpPr>
          <p:cNvPr id="191" name="Google Shape;191;p2"/>
          <p:cNvSpPr txBox="1"/>
          <p:nvPr>
            <p:ph idx="1" type="body"/>
          </p:nvPr>
        </p:nvSpPr>
        <p:spPr>
          <a:xfrm>
            <a:off x="623888" y="3088183"/>
            <a:ext cx="7886700" cy="504338"/>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SzPts val="1312"/>
              <a:buNone/>
            </a:pPr>
            <a:r>
              <a:rPr lang="es-AR" sz="1312"/>
              <a:t>Sebastián García Marra , Darius Ismael Maitia Petros, Juan Manuel Lambre, Ricardo A. Veiga y Ema Aveleyra</a:t>
            </a:r>
            <a:endParaRPr/>
          </a:p>
          <a:p>
            <a:pPr indent="0" lvl="0" marL="0" rtl="0" algn="l">
              <a:lnSpc>
                <a:spcPct val="70000"/>
              </a:lnSpc>
              <a:spcBef>
                <a:spcPts val="750"/>
              </a:spcBef>
              <a:spcAft>
                <a:spcPts val="0"/>
              </a:spcAft>
              <a:buSzPts val="1312"/>
              <a:buNone/>
            </a:pPr>
            <a:r>
              <a:rPr lang="es-AR" sz="1312"/>
              <a:t>CETEC – Facultad de Ingeniería –  Universidad de Buenos Aires</a:t>
            </a:r>
            <a:endParaRPr sz="1312"/>
          </a:p>
        </p:txBody>
      </p:sp>
      <p:sp>
        <p:nvSpPr>
          <p:cNvPr id="192" name="Google Shape;192;p2"/>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ad44613018_0_0"/>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199" name="Google Shape;199;gad44613018_0_0"/>
          <p:cNvSpPr txBox="1"/>
          <p:nvPr>
            <p:ph idx="1" type="body"/>
          </p:nvPr>
        </p:nvSpPr>
        <p:spPr>
          <a:xfrm>
            <a:off x="443775" y="1369225"/>
            <a:ext cx="8071500" cy="2957400"/>
          </a:xfrm>
          <a:prstGeom prst="rect">
            <a:avLst/>
          </a:prstGeom>
          <a:noFill/>
          <a:ln>
            <a:noFill/>
          </a:ln>
        </p:spPr>
        <p:txBody>
          <a:bodyPr anchorCtr="0" anchor="t" bIns="45700" lIns="91425" spcFirstLastPara="1" rIns="91425" wrap="square" tIns="45700">
            <a:noAutofit/>
          </a:bodyPr>
          <a:lstStyle/>
          <a:p>
            <a:pPr indent="-323850" lvl="0" marL="457200" rtl="0" algn="just">
              <a:lnSpc>
                <a:spcPct val="115000"/>
              </a:lnSpc>
              <a:spcBef>
                <a:spcPts val="0"/>
              </a:spcBef>
              <a:spcAft>
                <a:spcPts val="0"/>
              </a:spcAft>
              <a:buSzPts val="1500"/>
              <a:buFont typeface="Calibri"/>
              <a:buChar char="▸"/>
            </a:pPr>
            <a:r>
              <a:rPr lang="es-AR" sz="1500"/>
              <a:t>La aplicación tiene por objetivo introducir al estudiante al uso del osciloscopio, de manera intuitiva, amigable y guiada.</a:t>
            </a:r>
            <a:endParaRPr sz="1500"/>
          </a:p>
          <a:p>
            <a:pPr indent="0" lvl="0" marL="457200" rtl="0" algn="just">
              <a:lnSpc>
                <a:spcPct val="115000"/>
              </a:lnSpc>
              <a:spcBef>
                <a:spcPts val="0"/>
              </a:spcBef>
              <a:spcAft>
                <a:spcPts val="0"/>
              </a:spcAft>
              <a:buNone/>
            </a:pPr>
            <a:r>
              <a:t/>
            </a:r>
            <a:endParaRPr sz="1500"/>
          </a:p>
          <a:p>
            <a:pPr indent="-323850" lvl="0" marL="457200" rtl="0" algn="just">
              <a:lnSpc>
                <a:spcPct val="115000"/>
              </a:lnSpc>
              <a:spcBef>
                <a:spcPts val="0"/>
              </a:spcBef>
              <a:spcAft>
                <a:spcPts val="0"/>
              </a:spcAft>
              <a:buSzPts val="1500"/>
              <a:buFont typeface="Calibri"/>
              <a:buChar char="▸"/>
            </a:pPr>
            <a:r>
              <a:rPr lang="es-AR" sz="1500"/>
              <a:t>La aplicación brinda información sobre el funcionamiento del osciloscopio, en tiempo real, lo que le permite al estudiante entender cómo utilizarlo, mientras interactúa con el instrumento.</a:t>
            </a:r>
            <a:endParaRPr sz="1500"/>
          </a:p>
          <a:p>
            <a:pPr indent="0" lvl="0" marL="457200" rtl="0" algn="just">
              <a:lnSpc>
                <a:spcPct val="115000"/>
              </a:lnSpc>
              <a:spcBef>
                <a:spcPts val="0"/>
              </a:spcBef>
              <a:spcAft>
                <a:spcPts val="0"/>
              </a:spcAft>
              <a:buNone/>
            </a:pPr>
            <a:r>
              <a:t/>
            </a:r>
            <a:endParaRPr sz="1500"/>
          </a:p>
          <a:p>
            <a:pPr indent="-323850" lvl="0" marL="457200" rtl="0" algn="just">
              <a:lnSpc>
                <a:spcPct val="115000"/>
              </a:lnSpc>
              <a:spcBef>
                <a:spcPts val="0"/>
              </a:spcBef>
              <a:spcAft>
                <a:spcPts val="0"/>
              </a:spcAft>
              <a:buSzPts val="1500"/>
              <a:buFont typeface="Calibri"/>
              <a:buChar char="▸"/>
            </a:pPr>
            <a:r>
              <a:rPr lang="es-AR" sz="1500"/>
              <a:t>La aplicación se concentra en indicar la función y el correcto uso de cada uno de los controles principales para hacer las mediciones más básicas que un osciloscopio permite realizar.</a:t>
            </a:r>
            <a:endParaRPr sz="1500"/>
          </a:p>
        </p:txBody>
      </p:sp>
      <p:sp>
        <p:nvSpPr>
          <p:cNvPr id="200" name="Google Shape;200;gad44613018_0_0"/>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01" name="Google Shape;201;gad44613018_0_0"/>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Introducción a la aplicación</a:t>
            </a:r>
            <a:endParaRPr sz="153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ad44613018_0_16"/>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08" name="Google Shape;208;gad44613018_0_16"/>
          <p:cNvSpPr txBox="1"/>
          <p:nvPr>
            <p:ph idx="1" type="body"/>
          </p:nvPr>
        </p:nvSpPr>
        <p:spPr>
          <a:xfrm>
            <a:off x="628650" y="1606950"/>
            <a:ext cx="7886700" cy="2276100"/>
          </a:xfrm>
          <a:prstGeom prst="rect">
            <a:avLst/>
          </a:prstGeom>
          <a:noFill/>
          <a:ln>
            <a:noFill/>
          </a:ln>
        </p:spPr>
        <p:txBody>
          <a:bodyPr anchorCtr="0" anchor="t" bIns="45700" lIns="91425" spcFirstLastPara="1" rIns="91425" wrap="square" tIns="45700">
            <a:noAutofit/>
          </a:bodyPr>
          <a:lstStyle/>
          <a:p>
            <a:pPr indent="-317500" lvl="0" marL="457200" rtl="0" algn="just">
              <a:lnSpc>
                <a:spcPct val="115000"/>
              </a:lnSpc>
              <a:spcBef>
                <a:spcPts val="0"/>
              </a:spcBef>
              <a:spcAft>
                <a:spcPts val="0"/>
              </a:spcAft>
              <a:buSzPts val="1400"/>
              <a:buChar char="▸"/>
            </a:pPr>
            <a:r>
              <a:rPr lang="es-AR" sz="1400"/>
              <a:t>La aplicación desarrollada fue pensada para su implementación en la materia “Introducción a la ingeniería Electrónica”, la cual es una de las dos primeras materias de electrónica de la carrera de ingeniería electrónica de la FIUBA.</a:t>
            </a:r>
            <a:endParaRPr sz="1400"/>
          </a:p>
          <a:p>
            <a:pPr indent="0" lvl="0" marL="457200" rtl="0" algn="just">
              <a:lnSpc>
                <a:spcPct val="115000"/>
              </a:lnSpc>
              <a:spcBef>
                <a:spcPts val="0"/>
              </a:spcBef>
              <a:spcAft>
                <a:spcPts val="0"/>
              </a:spcAft>
              <a:buNone/>
            </a:pPr>
            <a:r>
              <a:t/>
            </a:r>
            <a:endParaRPr sz="1400"/>
          </a:p>
          <a:p>
            <a:pPr indent="-317500" lvl="0" marL="457200" rtl="0" algn="just">
              <a:lnSpc>
                <a:spcPct val="115000"/>
              </a:lnSpc>
              <a:spcBef>
                <a:spcPts val="0"/>
              </a:spcBef>
              <a:spcAft>
                <a:spcPts val="0"/>
              </a:spcAft>
              <a:buSzPts val="1400"/>
              <a:buChar char="▸"/>
            </a:pPr>
            <a:r>
              <a:rPr lang="es-AR" sz="1400"/>
              <a:t>En ella se ven por primera vez conceptos básicos y teoremas elementales de la especialidad.</a:t>
            </a:r>
            <a:endParaRPr sz="1400"/>
          </a:p>
          <a:p>
            <a:pPr indent="0" lvl="0" marL="457200" rtl="0" algn="just">
              <a:lnSpc>
                <a:spcPct val="115000"/>
              </a:lnSpc>
              <a:spcBef>
                <a:spcPts val="0"/>
              </a:spcBef>
              <a:spcAft>
                <a:spcPts val="0"/>
              </a:spcAft>
              <a:buNone/>
            </a:pPr>
            <a:r>
              <a:t/>
            </a:r>
            <a:endParaRPr sz="1400"/>
          </a:p>
          <a:p>
            <a:pPr indent="-317500" lvl="0" marL="457200" rtl="0" algn="just">
              <a:lnSpc>
                <a:spcPct val="115000"/>
              </a:lnSpc>
              <a:spcBef>
                <a:spcPts val="0"/>
              </a:spcBef>
              <a:spcAft>
                <a:spcPts val="0"/>
              </a:spcAft>
              <a:buSzPts val="1400"/>
              <a:buChar char="▸"/>
            </a:pPr>
            <a:r>
              <a:rPr lang="es-AR" sz="1400"/>
              <a:t>Es también la materia donde se produce el primer contacto de los estudiantes con componentes electrónicos y con instrumental.</a:t>
            </a:r>
            <a:endParaRPr sz="1400"/>
          </a:p>
          <a:p>
            <a:pPr indent="0" lvl="0" marL="457200" rtl="0" algn="just">
              <a:lnSpc>
                <a:spcPct val="115000"/>
              </a:lnSpc>
              <a:spcBef>
                <a:spcPts val="0"/>
              </a:spcBef>
              <a:spcAft>
                <a:spcPts val="0"/>
              </a:spcAft>
              <a:buNone/>
            </a:pPr>
            <a:r>
              <a:t/>
            </a:r>
            <a:endParaRPr sz="1300"/>
          </a:p>
          <a:p>
            <a:pPr indent="0" lvl="0" marL="0" rtl="0" algn="just">
              <a:lnSpc>
                <a:spcPct val="115000"/>
              </a:lnSpc>
              <a:spcBef>
                <a:spcPts val="0"/>
              </a:spcBef>
              <a:spcAft>
                <a:spcPts val="0"/>
              </a:spcAft>
              <a:buSzPts val="1100"/>
              <a:buNone/>
            </a:pPr>
            <a:r>
              <a:t/>
            </a:r>
            <a:endParaRPr sz="1100">
              <a:latin typeface="Arial"/>
              <a:ea typeface="Arial"/>
              <a:cs typeface="Arial"/>
              <a:sym typeface="Arial"/>
            </a:endParaRPr>
          </a:p>
          <a:p>
            <a:pPr indent="0" lvl="0" marL="0" rtl="0" algn="just">
              <a:lnSpc>
                <a:spcPct val="115000"/>
              </a:lnSpc>
              <a:spcBef>
                <a:spcPts val="0"/>
              </a:spcBef>
              <a:spcAft>
                <a:spcPts val="0"/>
              </a:spcAft>
              <a:buSzPts val="1100"/>
              <a:buNone/>
            </a:pPr>
            <a:r>
              <a:t/>
            </a:r>
            <a:endParaRPr sz="1300">
              <a:latin typeface="Arial"/>
              <a:ea typeface="Arial"/>
              <a:cs typeface="Arial"/>
              <a:sym typeface="Arial"/>
            </a:endParaRPr>
          </a:p>
          <a:p>
            <a:pPr indent="0" lvl="0" marL="0" rtl="0" algn="just">
              <a:lnSpc>
                <a:spcPct val="115000"/>
              </a:lnSpc>
              <a:spcBef>
                <a:spcPts val="0"/>
              </a:spcBef>
              <a:spcAft>
                <a:spcPts val="0"/>
              </a:spcAft>
              <a:buSzPts val="1100"/>
              <a:buNone/>
            </a:pPr>
            <a:r>
              <a:t/>
            </a:r>
            <a:endParaRPr/>
          </a:p>
        </p:txBody>
      </p:sp>
      <p:sp>
        <p:nvSpPr>
          <p:cNvPr id="209" name="Google Shape;209;gad44613018_0_16"/>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10" name="Google Shape;210;gad44613018_0_16"/>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Audiencia objetivo y ámbito de aplicación</a:t>
            </a:r>
            <a:endParaRPr sz="153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ad44613018_0_51"/>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17" name="Google Shape;217;gad44613018_0_51"/>
          <p:cNvSpPr txBox="1"/>
          <p:nvPr>
            <p:ph idx="1" type="body"/>
          </p:nvPr>
        </p:nvSpPr>
        <p:spPr>
          <a:xfrm>
            <a:off x="628650" y="1606952"/>
            <a:ext cx="7886700" cy="1929600"/>
          </a:xfrm>
          <a:prstGeom prst="rect">
            <a:avLst/>
          </a:prstGeom>
          <a:noFill/>
          <a:ln>
            <a:noFill/>
          </a:ln>
        </p:spPr>
        <p:txBody>
          <a:bodyPr anchorCtr="0" anchor="t" bIns="45700" lIns="91425" spcFirstLastPara="1" rIns="91425" wrap="square" tIns="45700">
            <a:noAutofit/>
          </a:bodyPr>
          <a:lstStyle/>
          <a:p>
            <a:pPr indent="-317500" lvl="0" marL="457200" rtl="0" algn="just">
              <a:lnSpc>
                <a:spcPct val="115000"/>
              </a:lnSpc>
              <a:spcBef>
                <a:spcPts val="0"/>
              </a:spcBef>
              <a:spcAft>
                <a:spcPts val="0"/>
              </a:spcAft>
              <a:buSzPts val="1400"/>
              <a:buChar char="▸"/>
            </a:pPr>
            <a:r>
              <a:rPr lang="es-AR" sz="1400"/>
              <a:t>El osciloscopio, por su naturaleza y por el tipo de magnitudes que mide; señales eléctricas variables en el tiempo, resulta complejo de entender y de operar, así como llegar a dominar todas las funciones del mismo estudiadas en la asignatura.</a:t>
            </a:r>
            <a:endParaRPr sz="1400"/>
          </a:p>
          <a:p>
            <a:pPr indent="0" lvl="0" marL="457200" rtl="0" algn="just">
              <a:lnSpc>
                <a:spcPct val="115000"/>
              </a:lnSpc>
              <a:spcBef>
                <a:spcPts val="0"/>
              </a:spcBef>
              <a:spcAft>
                <a:spcPts val="0"/>
              </a:spcAft>
              <a:buNone/>
            </a:pPr>
            <a:r>
              <a:t/>
            </a:r>
            <a:endParaRPr sz="1400"/>
          </a:p>
          <a:p>
            <a:pPr indent="-317500" lvl="0" marL="457200" rtl="0" algn="just">
              <a:lnSpc>
                <a:spcPct val="115000"/>
              </a:lnSpc>
              <a:spcBef>
                <a:spcPts val="0"/>
              </a:spcBef>
              <a:spcAft>
                <a:spcPts val="0"/>
              </a:spcAft>
              <a:buSzPts val="1400"/>
              <a:buChar char="▸"/>
            </a:pPr>
            <a:r>
              <a:rPr lang="es-AR" sz="1400"/>
              <a:t>Por otra parte, es un instrumento caro al que los estudiantes en general solo tienen acceso en las instalaciones de la facultad. Lo cual hace atractivo el hacerlo accesible de manera virtual para poder continuar la práctica fuera de la facultad.</a:t>
            </a:r>
            <a:endParaRPr sz="1400"/>
          </a:p>
          <a:p>
            <a:pPr indent="0" lvl="0" marL="457200" rtl="0" algn="just">
              <a:lnSpc>
                <a:spcPct val="115000"/>
              </a:lnSpc>
              <a:spcBef>
                <a:spcPts val="0"/>
              </a:spcBef>
              <a:spcAft>
                <a:spcPts val="0"/>
              </a:spcAft>
              <a:buNone/>
            </a:pPr>
            <a:r>
              <a:t/>
            </a:r>
            <a:endParaRPr sz="1300"/>
          </a:p>
          <a:p>
            <a:pPr indent="0" lvl="0" marL="0" rtl="0" algn="just">
              <a:lnSpc>
                <a:spcPct val="115000"/>
              </a:lnSpc>
              <a:spcBef>
                <a:spcPts val="0"/>
              </a:spcBef>
              <a:spcAft>
                <a:spcPts val="0"/>
              </a:spcAft>
              <a:buSzPts val="1100"/>
              <a:buNone/>
            </a:pPr>
            <a:r>
              <a:t/>
            </a:r>
            <a:endParaRPr sz="1100">
              <a:latin typeface="Arial"/>
              <a:ea typeface="Arial"/>
              <a:cs typeface="Arial"/>
              <a:sym typeface="Arial"/>
            </a:endParaRPr>
          </a:p>
          <a:p>
            <a:pPr indent="0" lvl="0" marL="0" rtl="0" algn="just">
              <a:lnSpc>
                <a:spcPct val="115000"/>
              </a:lnSpc>
              <a:spcBef>
                <a:spcPts val="0"/>
              </a:spcBef>
              <a:spcAft>
                <a:spcPts val="0"/>
              </a:spcAft>
              <a:buSzPts val="1100"/>
              <a:buNone/>
            </a:pPr>
            <a:r>
              <a:t/>
            </a:r>
            <a:endParaRPr sz="1300">
              <a:latin typeface="Arial"/>
              <a:ea typeface="Arial"/>
              <a:cs typeface="Arial"/>
              <a:sym typeface="Arial"/>
            </a:endParaRPr>
          </a:p>
          <a:p>
            <a:pPr indent="0" lvl="0" marL="0" rtl="0" algn="just">
              <a:lnSpc>
                <a:spcPct val="115000"/>
              </a:lnSpc>
              <a:spcBef>
                <a:spcPts val="0"/>
              </a:spcBef>
              <a:spcAft>
                <a:spcPts val="0"/>
              </a:spcAft>
              <a:buSzPts val="1100"/>
              <a:buNone/>
            </a:pPr>
            <a:r>
              <a:t/>
            </a:r>
            <a:endParaRPr/>
          </a:p>
        </p:txBody>
      </p:sp>
      <p:sp>
        <p:nvSpPr>
          <p:cNvPr id="218" name="Google Shape;218;gad44613018_0_51"/>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19" name="Google Shape;219;gad44613018_0_51"/>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Audiencia objetivo y ámbito de aplicación</a:t>
            </a:r>
            <a:endParaRPr sz="153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
          <p:cNvSpPr txBox="1"/>
          <p:nvPr>
            <p:ph type="title"/>
          </p:nvPr>
        </p:nvSpPr>
        <p:spPr>
          <a:xfrm>
            <a:off x="628650" y="417136"/>
            <a:ext cx="7886700" cy="415002"/>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26" name="Google Shape;226;p3"/>
          <p:cNvSpPr txBox="1"/>
          <p:nvPr>
            <p:ph idx="1" type="body"/>
          </p:nvPr>
        </p:nvSpPr>
        <p:spPr>
          <a:xfrm>
            <a:off x="443775" y="1369225"/>
            <a:ext cx="8071500" cy="2957400"/>
          </a:xfrm>
          <a:prstGeom prst="rect">
            <a:avLst/>
          </a:prstGeom>
          <a:noFill/>
          <a:ln>
            <a:noFill/>
          </a:ln>
        </p:spPr>
        <p:txBody>
          <a:bodyPr anchorCtr="0" anchor="t" bIns="45700" lIns="91425" spcFirstLastPara="1" rIns="91425" wrap="square" tIns="45700">
            <a:normAutofit/>
          </a:bodyPr>
          <a:lstStyle/>
          <a:p>
            <a:pPr indent="-317500" lvl="0" marL="457200" rtl="0" algn="just">
              <a:lnSpc>
                <a:spcPct val="115000"/>
              </a:lnSpc>
              <a:spcBef>
                <a:spcPts val="0"/>
              </a:spcBef>
              <a:spcAft>
                <a:spcPts val="0"/>
              </a:spcAft>
              <a:buSzPts val="1400"/>
              <a:buFont typeface="Calibri"/>
              <a:buChar char="▸"/>
            </a:pPr>
            <a:r>
              <a:rPr lang="es-AR" sz="1400"/>
              <a:t>En el uso de la aplicación se plantean una serie de mediciones a realizar sobre diferentes tipos de señales cada una de las cuales permite incorporar un concepto nuevo respecto del uso del osciloscopio.</a:t>
            </a:r>
            <a:endParaRPr sz="1400"/>
          </a:p>
          <a:p>
            <a:pPr indent="0" lvl="0" marL="457200" rtl="0" algn="just">
              <a:lnSpc>
                <a:spcPct val="115000"/>
              </a:lnSpc>
              <a:spcBef>
                <a:spcPts val="0"/>
              </a:spcBef>
              <a:spcAft>
                <a:spcPts val="0"/>
              </a:spcAft>
              <a:buNone/>
            </a:pPr>
            <a:r>
              <a:t/>
            </a:r>
            <a:endParaRPr sz="1400"/>
          </a:p>
          <a:p>
            <a:pPr indent="-317500" lvl="0" marL="457200" rtl="0" algn="just">
              <a:lnSpc>
                <a:spcPct val="115000"/>
              </a:lnSpc>
              <a:spcBef>
                <a:spcPts val="0"/>
              </a:spcBef>
              <a:spcAft>
                <a:spcPts val="0"/>
              </a:spcAft>
              <a:buSzPts val="1400"/>
              <a:buFont typeface="Calibri"/>
              <a:buChar char="▸"/>
            </a:pPr>
            <a:r>
              <a:rPr lang="es-AR" sz="1400"/>
              <a:t>La aplicación funciona realizando lo que se conoce como un “aumento” (es decir, la aparición de un elemento agregado sobre realidad) mediante el uso de un dispositivo móvil como tablet o celular.</a:t>
            </a:r>
            <a:endParaRPr sz="1400"/>
          </a:p>
          <a:p>
            <a:pPr indent="0" lvl="0" marL="457200" rtl="0" algn="just">
              <a:lnSpc>
                <a:spcPct val="115000"/>
              </a:lnSpc>
              <a:spcBef>
                <a:spcPts val="0"/>
              </a:spcBef>
              <a:spcAft>
                <a:spcPts val="0"/>
              </a:spcAft>
              <a:buNone/>
            </a:pPr>
            <a:r>
              <a:t/>
            </a:r>
            <a:endParaRPr sz="1400"/>
          </a:p>
          <a:p>
            <a:pPr indent="-317500" lvl="0" marL="457200" rtl="0" algn="just">
              <a:lnSpc>
                <a:spcPct val="115000"/>
              </a:lnSpc>
              <a:spcBef>
                <a:spcPts val="0"/>
              </a:spcBef>
              <a:spcAft>
                <a:spcPts val="0"/>
              </a:spcAft>
              <a:buSzPts val="1400"/>
              <a:buFont typeface="Calibri"/>
              <a:buChar char="▸"/>
            </a:pPr>
            <a:r>
              <a:rPr lang="es-AR" sz="1400"/>
              <a:t>Dicho aumento se produce al apuntar la cámara del celular a un patrón específico (imagen, texto, QR, etc.), el cual la aplicación reconoce y a partir de lo cual muestra en pantalla el elemento aumentado.</a:t>
            </a:r>
            <a:endParaRPr sz="1400"/>
          </a:p>
          <a:p>
            <a:pPr indent="0" lvl="0" marL="0" rtl="0" algn="just">
              <a:lnSpc>
                <a:spcPct val="115000"/>
              </a:lnSpc>
              <a:spcBef>
                <a:spcPts val="0"/>
              </a:spcBef>
              <a:spcAft>
                <a:spcPts val="0"/>
              </a:spcAft>
              <a:buSzPts val="1100"/>
              <a:buNone/>
            </a:pPr>
            <a:r>
              <a:t/>
            </a:r>
            <a:endParaRPr sz="11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t/>
            </a:r>
            <a:endParaRPr/>
          </a:p>
        </p:txBody>
      </p:sp>
      <p:sp>
        <p:nvSpPr>
          <p:cNvPr id="227" name="Google Shape;227;p3"/>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28" name="Google Shape;228;p3"/>
          <p:cNvSpPr txBox="1"/>
          <p:nvPr>
            <p:ph idx="2" type="body"/>
          </p:nvPr>
        </p:nvSpPr>
        <p:spPr>
          <a:xfrm>
            <a:off x="628650" y="829648"/>
            <a:ext cx="7886700" cy="267632"/>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SzPts val="1530"/>
              <a:buNone/>
            </a:pPr>
            <a:r>
              <a:rPr lang="es-AR" sz="1530"/>
              <a:t>Introducción a la aplicación</a:t>
            </a:r>
            <a:endParaRPr sz="153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ad44613018_0_8"/>
          <p:cNvSpPr/>
          <p:nvPr/>
        </p:nvSpPr>
        <p:spPr>
          <a:xfrm>
            <a:off x="1382275" y="1447750"/>
            <a:ext cx="5732700" cy="363600"/>
          </a:xfrm>
          <a:prstGeom prst="roundRect">
            <a:avLst>
              <a:gd fmla="val 16667"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ad44613018_0_8"/>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36" name="Google Shape;236;gad44613018_0_8"/>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37" name="Google Shape;237;gad44613018_0_8"/>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La aplicación y su funcionamiento</a:t>
            </a:r>
            <a:endParaRPr sz="1530"/>
          </a:p>
        </p:txBody>
      </p:sp>
      <p:pic>
        <p:nvPicPr>
          <p:cNvPr id="238" name="Google Shape;238;gad44613018_0_8"/>
          <p:cNvPicPr preferRelativeResize="0"/>
          <p:nvPr/>
        </p:nvPicPr>
        <p:blipFill rotWithShape="1">
          <a:blip r:embed="rId3">
            <a:alphaModFix/>
          </a:blip>
          <a:srcRect b="14610" l="3792" r="21552" t="17116"/>
          <a:stretch/>
        </p:blipFill>
        <p:spPr>
          <a:xfrm>
            <a:off x="945688" y="2161850"/>
            <a:ext cx="6598525" cy="1891875"/>
          </a:xfrm>
          <a:prstGeom prst="rect">
            <a:avLst/>
          </a:prstGeom>
          <a:noFill/>
          <a:ln>
            <a:noFill/>
          </a:ln>
        </p:spPr>
      </p:pic>
      <p:sp>
        <p:nvSpPr>
          <p:cNvPr id="239" name="Google Shape;239;gad44613018_0_8"/>
          <p:cNvSpPr txBox="1"/>
          <p:nvPr/>
        </p:nvSpPr>
        <p:spPr>
          <a:xfrm>
            <a:off x="1331200" y="1382275"/>
            <a:ext cx="5827500" cy="2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AR" sz="2000">
                <a:latin typeface="Calibri"/>
                <a:ea typeface="Calibri"/>
                <a:cs typeface="Calibri"/>
                <a:sym typeface="Calibri"/>
              </a:rPr>
              <a:t>Marcador: Elemento elegido para generar el aumento</a:t>
            </a:r>
            <a:endParaRPr sz="20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ad44613018_0_35"/>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46" name="Google Shape;246;gad44613018_0_35"/>
          <p:cNvSpPr txBox="1"/>
          <p:nvPr>
            <p:ph idx="1" type="body"/>
          </p:nvPr>
        </p:nvSpPr>
        <p:spPr>
          <a:xfrm>
            <a:off x="628650" y="1176821"/>
            <a:ext cx="7886700" cy="9297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rPr lang="es-AR" sz="1400"/>
              <a:t>Se eligió un modelo de osciloscopio que es de amplio uso en el laboratorio donde se lleva a cabo la materia Introducción a la Ingeniería Electrónica, y con los que se realizan sus prácticas. Es la idea poder extender la aplicación a varios modelos adicionales de osciloscopios.</a:t>
            </a:r>
            <a:endParaRPr sz="1400"/>
          </a:p>
          <a:p>
            <a:pPr indent="0" lvl="0" marL="457200" rtl="0" algn="just">
              <a:lnSpc>
                <a:spcPct val="115000"/>
              </a:lnSpc>
              <a:spcBef>
                <a:spcPts val="0"/>
              </a:spcBef>
              <a:spcAft>
                <a:spcPts val="0"/>
              </a:spcAft>
              <a:buNone/>
            </a:pPr>
            <a:r>
              <a:t/>
            </a:r>
            <a:endParaRPr sz="1300">
              <a:latin typeface="Arial"/>
              <a:ea typeface="Arial"/>
              <a:cs typeface="Arial"/>
              <a:sym typeface="Arial"/>
            </a:endParaRPr>
          </a:p>
          <a:p>
            <a:pPr indent="0" lvl="0" marL="0" rtl="0" algn="just">
              <a:lnSpc>
                <a:spcPct val="115000"/>
              </a:lnSpc>
              <a:spcBef>
                <a:spcPts val="0"/>
              </a:spcBef>
              <a:spcAft>
                <a:spcPts val="0"/>
              </a:spcAft>
              <a:buSzPts val="1100"/>
              <a:buNone/>
            </a:pPr>
            <a:r>
              <a:t/>
            </a:r>
            <a:endParaRPr/>
          </a:p>
        </p:txBody>
      </p:sp>
      <p:sp>
        <p:nvSpPr>
          <p:cNvPr id="247" name="Google Shape;247;gad44613018_0_35"/>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48" name="Google Shape;248;gad44613018_0_35"/>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Osciloscopio y aumento</a:t>
            </a:r>
            <a:endParaRPr sz="1530"/>
          </a:p>
        </p:txBody>
      </p:sp>
      <p:pic>
        <p:nvPicPr>
          <p:cNvPr id="249" name="Google Shape;249;gad44613018_0_35"/>
          <p:cNvPicPr preferRelativeResize="0"/>
          <p:nvPr/>
        </p:nvPicPr>
        <p:blipFill rotWithShape="1">
          <a:blip r:embed="rId3">
            <a:alphaModFix/>
          </a:blip>
          <a:srcRect b="6489" l="6671" r="4848" t="5575"/>
          <a:stretch/>
        </p:blipFill>
        <p:spPr>
          <a:xfrm>
            <a:off x="2735450" y="2106525"/>
            <a:ext cx="3397476" cy="2233474"/>
          </a:xfrm>
          <a:prstGeom prst="rect">
            <a:avLst/>
          </a:prstGeom>
          <a:noFill/>
          <a:ln>
            <a:noFill/>
          </a:ln>
        </p:spPr>
      </p:pic>
      <p:sp>
        <p:nvSpPr>
          <p:cNvPr id="250" name="Google Shape;250;gad44613018_0_35"/>
          <p:cNvSpPr txBox="1"/>
          <p:nvPr/>
        </p:nvSpPr>
        <p:spPr>
          <a:xfrm>
            <a:off x="2473538" y="4459650"/>
            <a:ext cx="3921300" cy="31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AR" sz="1000">
                <a:solidFill>
                  <a:schemeClr val="dk1"/>
                </a:solidFill>
                <a:latin typeface="Calibri"/>
                <a:ea typeface="Calibri"/>
                <a:cs typeface="Calibri"/>
                <a:sym typeface="Calibri"/>
              </a:rPr>
              <a:t>Figura 1: Modelo de osciloscopio Tektronix para realización del aumento</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ad44613018_0_43"/>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57" name="Google Shape;257;gad44613018_0_43"/>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58" name="Google Shape;258;gad44613018_0_43"/>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La aplicación y su funcionamiento</a:t>
            </a:r>
            <a:endParaRPr sz="1530"/>
          </a:p>
        </p:txBody>
      </p:sp>
      <p:sp>
        <p:nvSpPr>
          <p:cNvPr id="259" name="Google Shape;259;gad44613018_0_43"/>
          <p:cNvSpPr/>
          <p:nvPr/>
        </p:nvSpPr>
        <p:spPr>
          <a:xfrm>
            <a:off x="1276350" y="2189800"/>
            <a:ext cx="6591300" cy="523800"/>
          </a:xfrm>
          <a:prstGeom prst="roundRect">
            <a:avLst>
              <a:gd fmla="val 16667"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s-AR" sz="2000">
                <a:solidFill>
                  <a:schemeClr val="dk1"/>
                </a:solidFill>
                <a:latin typeface="Calibri"/>
                <a:ea typeface="Calibri"/>
                <a:cs typeface="Calibri"/>
                <a:sym typeface="Calibri"/>
              </a:rPr>
              <a:t>Ejemplos de visualización de la aplicación en funcionamiento</a:t>
            </a:r>
            <a:endParaRPr sz="2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ad44613018_0_64"/>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66" name="Google Shape;266;gad44613018_0_64"/>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67" name="Google Shape;267;gad44613018_0_64"/>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La aplicación y su funcionamiento</a:t>
            </a:r>
            <a:endParaRPr sz="1530"/>
          </a:p>
        </p:txBody>
      </p:sp>
      <p:pic>
        <p:nvPicPr>
          <p:cNvPr id="268" name="Google Shape;268;gad44613018_0_64"/>
          <p:cNvPicPr preferRelativeResize="0"/>
          <p:nvPr/>
        </p:nvPicPr>
        <p:blipFill rotWithShape="1">
          <a:blip r:embed="rId3">
            <a:alphaModFix/>
          </a:blip>
          <a:srcRect b="0" l="13389" r="0" t="0"/>
          <a:stretch/>
        </p:blipFill>
        <p:spPr>
          <a:xfrm>
            <a:off x="4612013" y="1515288"/>
            <a:ext cx="4274525" cy="2112925"/>
          </a:xfrm>
          <a:prstGeom prst="rect">
            <a:avLst/>
          </a:prstGeom>
          <a:noFill/>
          <a:ln>
            <a:noFill/>
          </a:ln>
        </p:spPr>
      </p:pic>
      <p:pic>
        <p:nvPicPr>
          <p:cNvPr id="269" name="Google Shape;269;gad44613018_0_64"/>
          <p:cNvPicPr preferRelativeResize="0"/>
          <p:nvPr/>
        </p:nvPicPr>
        <p:blipFill rotWithShape="1">
          <a:blip r:embed="rId4">
            <a:alphaModFix/>
          </a:blip>
          <a:srcRect b="0" l="13217" r="0" t="0"/>
          <a:stretch/>
        </p:blipFill>
        <p:spPr>
          <a:xfrm>
            <a:off x="257463" y="1517386"/>
            <a:ext cx="4274525" cy="2108727"/>
          </a:xfrm>
          <a:prstGeom prst="rect">
            <a:avLst/>
          </a:prstGeom>
          <a:noFill/>
          <a:ln>
            <a:noFill/>
          </a:ln>
        </p:spPr>
      </p:pic>
      <p:sp>
        <p:nvSpPr>
          <p:cNvPr id="270" name="Google Shape;270;gad44613018_0_64"/>
          <p:cNvSpPr txBox="1"/>
          <p:nvPr/>
        </p:nvSpPr>
        <p:spPr>
          <a:xfrm>
            <a:off x="483338" y="3630275"/>
            <a:ext cx="3921300" cy="31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AR" sz="1000">
                <a:solidFill>
                  <a:schemeClr val="dk1"/>
                </a:solidFill>
                <a:latin typeface="Calibri"/>
                <a:ea typeface="Calibri"/>
                <a:cs typeface="Calibri"/>
                <a:sym typeface="Calibri"/>
              </a:rPr>
              <a:t>Figura 2: Modo exploración, control vertical</a:t>
            </a:r>
            <a:endParaRPr sz="1000">
              <a:solidFill>
                <a:schemeClr val="dk1"/>
              </a:solidFill>
              <a:latin typeface="Calibri"/>
              <a:ea typeface="Calibri"/>
              <a:cs typeface="Calibri"/>
              <a:sym typeface="Calibri"/>
            </a:endParaRPr>
          </a:p>
        </p:txBody>
      </p:sp>
      <p:sp>
        <p:nvSpPr>
          <p:cNvPr id="271" name="Google Shape;271;gad44613018_0_64"/>
          <p:cNvSpPr txBox="1"/>
          <p:nvPr/>
        </p:nvSpPr>
        <p:spPr>
          <a:xfrm>
            <a:off x="4739313" y="3630275"/>
            <a:ext cx="3921300" cy="31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AR" sz="1000">
                <a:solidFill>
                  <a:schemeClr val="dk1"/>
                </a:solidFill>
                <a:latin typeface="Calibri"/>
                <a:ea typeface="Calibri"/>
                <a:cs typeface="Calibri"/>
                <a:sym typeface="Calibri"/>
              </a:rPr>
              <a:t>Figura 3: </a:t>
            </a:r>
            <a:r>
              <a:rPr lang="es-AR" sz="1000">
                <a:solidFill>
                  <a:schemeClr val="dk1"/>
                </a:solidFill>
                <a:latin typeface="Calibri"/>
                <a:ea typeface="Calibri"/>
                <a:cs typeface="Calibri"/>
                <a:sym typeface="Calibri"/>
              </a:rPr>
              <a:t>Modo exploración, control de disparo</a:t>
            </a:r>
            <a:endParaRPr sz="10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ad44613018_0_125"/>
          <p:cNvSpPr txBox="1"/>
          <p:nvPr>
            <p:ph type="title"/>
          </p:nvPr>
        </p:nvSpPr>
        <p:spPr>
          <a:xfrm>
            <a:off x="628650" y="417136"/>
            <a:ext cx="7886700" cy="414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66A1"/>
              </a:buClr>
              <a:buSzPts val="2550"/>
              <a:buFont typeface="Calibri"/>
              <a:buNone/>
            </a:pPr>
            <a:r>
              <a:rPr lang="es-AR"/>
              <a:t>Osciloscopio con Realidad Aumentada</a:t>
            </a:r>
            <a:endParaRPr/>
          </a:p>
        </p:txBody>
      </p:sp>
      <p:sp>
        <p:nvSpPr>
          <p:cNvPr id="278" name="Google Shape;278;gad44613018_0_125"/>
          <p:cNvSpPr txBox="1"/>
          <p:nvPr>
            <p:ph idx="12" type="sldNum"/>
          </p:nvPr>
        </p:nvSpPr>
        <p:spPr>
          <a:xfrm>
            <a:off x="385321" y="4654044"/>
            <a:ext cx="486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
        <p:nvSpPr>
          <p:cNvPr id="279" name="Google Shape;279;gad44613018_0_125"/>
          <p:cNvSpPr txBox="1"/>
          <p:nvPr>
            <p:ph idx="2" type="body"/>
          </p:nvPr>
        </p:nvSpPr>
        <p:spPr>
          <a:xfrm>
            <a:off x="628650" y="829648"/>
            <a:ext cx="7886700" cy="2676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530"/>
              <a:buNone/>
            </a:pPr>
            <a:r>
              <a:rPr lang="es-AR" sz="1530"/>
              <a:t>La aplicación y su funcionamiento</a:t>
            </a:r>
            <a:endParaRPr sz="1530"/>
          </a:p>
        </p:txBody>
      </p:sp>
      <p:pic>
        <p:nvPicPr>
          <p:cNvPr id="280" name="Google Shape;280;gad44613018_0_125"/>
          <p:cNvPicPr preferRelativeResize="0"/>
          <p:nvPr/>
        </p:nvPicPr>
        <p:blipFill rotWithShape="1">
          <a:blip r:embed="rId3">
            <a:alphaModFix/>
          </a:blip>
          <a:srcRect b="0" l="12226" r="0" t="0"/>
          <a:stretch/>
        </p:blipFill>
        <p:spPr>
          <a:xfrm>
            <a:off x="355850" y="1553218"/>
            <a:ext cx="4176301" cy="2037057"/>
          </a:xfrm>
          <a:prstGeom prst="rect">
            <a:avLst/>
          </a:prstGeom>
          <a:noFill/>
          <a:ln>
            <a:noFill/>
          </a:ln>
        </p:spPr>
      </p:pic>
      <p:pic>
        <p:nvPicPr>
          <p:cNvPr id="281" name="Google Shape;281;gad44613018_0_125"/>
          <p:cNvPicPr preferRelativeResize="0"/>
          <p:nvPr/>
        </p:nvPicPr>
        <p:blipFill rotWithShape="1">
          <a:blip r:embed="rId4">
            <a:alphaModFix/>
          </a:blip>
          <a:srcRect b="0" l="12118" r="0" t="0"/>
          <a:stretch/>
        </p:blipFill>
        <p:spPr>
          <a:xfrm>
            <a:off x="4611825" y="1554475"/>
            <a:ext cx="4176301" cy="2034550"/>
          </a:xfrm>
          <a:prstGeom prst="rect">
            <a:avLst/>
          </a:prstGeom>
          <a:noFill/>
          <a:ln>
            <a:noFill/>
          </a:ln>
        </p:spPr>
      </p:pic>
      <p:sp>
        <p:nvSpPr>
          <p:cNvPr id="282" name="Google Shape;282;gad44613018_0_125"/>
          <p:cNvSpPr txBox="1"/>
          <p:nvPr/>
        </p:nvSpPr>
        <p:spPr>
          <a:xfrm>
            <a:off x="483338" y="3630275"/>
            <a:ext cx="3921300" cy="31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AR" sz="1000">
                <a:solidFill>
                  <a:schemeClr val="dk1"/>
                </a:solidFill>
                <a:latin typeface="Calibri"/>
                <a:ea typeface="Calibri"/>
                <a:cs typeface="Calibri"/>
                <a:sym typeface="Calibri"/>
              </a:rPr>
              <a:t>Figura 4: Controles completos y señal rectangular</a:t>
            </a:r>
            <a:endParaRPr sz="1000">
              <a:solidFill>
                <a:schemeClr val="dk1"/>
              </a:solidFill>
              <a:latin typeface="Calibri"/>
              <a:ea typeface="Calibri"/>
              <a:cs typeface="Calibri"/>
              <a:sym typeface="Calibri"/>
            </a:endParaRPr>
          </a:p>
        </p:txBody>
      </p:sp>
      <p:sp>
        <p:nvSpPr>
          <p:cNvPr id="283" name="Google Shape;283;gad44613018_0_125"/>
          <p:cNvSpPr txBox="1"/>
          <p:nvPr/>
        </p:nvSpPr>
        <p:spPr>
          <a:xfrm>
            <a:off x="4739313" y="3630275"/>
            <a:ext cx="3921300" cy="31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AR" sz="1000">
                <a:solidFill>
                  <a:schemeClr val="dk1"/>
                </a:solidFill>
                <a:latin typeface="Calibri"/>
                <a:ea typeface="Calibri"/>
                <a:cs typeface="Calibri"/>
                <a:sym typeface="Calibri"/>
              </a:rPr>
              <a:t>Figura 5: Controles completos y señal de salida filtro RC</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
          <p:cNvSpPr txBox="1"/>
          <p:nvPr>
            <p:ph type="title"/>
          </p:nvPr>
        </p:nvSpPr>
        <p:spPr>
          <a:xfrm>
            <a:off x="623888" y="2447123"/>
            <a:ext cx="7886700" cy="62081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66A1"/>
              </a:buClr>
              <a:buSzPts val="3300"/>
              <a:buFont typeface="Calibri"/>
              <a:buNone/>
            </a:pPr>
            <a:r>
              <a:rPr lang="es-AR" sz="4000"/>
              <a:t>¿Preguntas?</a:t>
            </a:r>
            <a:endParaRPr sz="4000"/>
          </a:p>
        </p:txBody>
      </p:sp>
      <p:sp>
        <p:nvSpPr>
          <p:cNvPr id="290" name="Google Shape;290;p4"/>
          <p:cNvSpPr txBox="1"/>
          <p:nvPr>
            <p:ph idx="12" type="sldNum"/>
          </p:nvPr>
        </p:nvSpPr>
        <p:spPr>
          <a:xfrm>
            <a:off x="385321" y="4654044"/>
            <a:ext cx="486659" cy="27384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s-A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heme 1">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2016-10-24T19:40:55Z</dcterms:created>
  <dc:creator>Microsoft Office User</dc:creator>
</cp:coreProperties>
</file>